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Gasoek One"/>
      <p:regular r:id="rId15"/>
    </p:embeddedFont>
    <p:embeddedFont>
      <p:font typeface="Open Sans ExtraBold"/>
      <p:bold r:id="rId16"/>
      <p:boldItalic r:id="rId17"/>
    </p:embeddedFont>
    <p:embeddedFont>
      <p:font typeface="Open Sans"/>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0" roundtripDataSignature="AMtx7mjouU4ogIX8nD4RkGjpOlf3Ijh0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soekOne-regular.fntdata"/><Relationship Id="rId14" Type="http://schemas.openxmlformats.org/officeDocument/2006/relationships/slide" Target="slides/slide9.xml"/><Relationship Id="rId17" Type="http://schemas.openxmlformats.org/officeDocument/2006/relationships/font" Target="fonts/OpenSansExtraBold-boldItalic.fntdata"/><Relationship Id="rId16" Type="http://schemas.openxmlformats.org/officeDocument/2006/relationships/font" Target="fonts/OpenSansExtraBold-bold.fntdata"/><Relationship Id="rId5" Type="http://schemas.openxmlformats.org/officeDocument/2006/relationships/notesMaster" Target="notesMasters/notesMaster1.xml"/><Relationship Id="rId19" Type="http://schemas.openxmlformats.org/officeDocument/2006/relationships/font" Target="fonts/OpenSans-boldItalic.fntdata"/><Relationship Id="rId6" Type="http://schemas.openxmlformats.org/officeDocument/2006/relationships/slide" Target="slides/slide1.xml"/><Relationship Id="rId18"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2.png"/><Relationship Id="rId9"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20.png"/><Relationship Id="rId7" Type="http://schemas.openxmlformats.org/officeDocument/2006/relationships/image" Target="../media/image3.png"/><Relationship Id="rId8"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20.png"/><Relationship Id="rId6" Type="http://schemas.openxmlformats.org/officeDocument/2006/relationships/image" Target="../media/image3.png"/><Relationship Id="rId7"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83" name="Shape 83"/>
        <p:cNvGrpSpPr/>
        <p:nvPr/>
      </p:nvGrpSpPr>
      <p:grpSpPr>
        <a:xfrm>
          <a:off x="0" y="0"/>
          <a:ext cx="0" cy="0"/>
          <a:chOff x="0" y="0"/>
          <a:chExt cx="0" cy="0"/>
        </a:xfrm>
      </p:grpSpPr>
      <p:grpSp>
        <p:nvGrpSpPr>
          <p:cNvPr id="84" name="Google Shape;84;p1"/>
          <p:cNvGrpSpPr/>
          <p:nvPr/>
        </p:nvGrpSpPr>
        <p:grpSpPr>
          <a:xfrm>
            <a:off x="0" y="-125767"/>
            <a:ext cx="3423808" cy="3549575"/>
            <a:chOff x="0" y="-38100"/>
            <a:chExt cx="1037210" cy="1075310"/>
          </a:xfrm>
        </p:grpSpPr>
        <p:sp>
          <p:nvSpPr>
            <p:cNvPr id="85" name="Google Shape;85;p1"/>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212430"/>
            </a:solidFill>
            <a:ln>
              <a:noFill/>
            </a:ln>
          </p:spPr>
        </p:sp>
        <p:sp>
          <p:nvSpPr>
            <p:cNvPr id="86" name="Google Shape;86;p1"/>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a:off x="6847616" y="9762468"/>
            <a:ext cx="2289236" cy="508955"/>
            <a:chOff x="0" y="-38100"/>
            <a:chExt cx="693502" cy="154183"/>
          </a:xfrm>
        </p:grpSpPr>
        <p:sp>
          <p:nvSpPr>
            <p:cNvPr id="88" name="Google Shape;88;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212430"/>
            </a:solidFill>
            <a:ln>
              <a:noFill/>
            </a:ln>
          </p:spPr>
        </p:sp>
        <p:sp>
          <p:nvSpPr>
            <p:cNvPr id="89" name="Google Shape;89;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
          <p:cNvGrpSpPr/>
          <p:nvPr/>
        </p:nvGrpSpPr>
        <p:grpSpPr>
          <a:xfrm>
            <a:off x="11423190" y="9762468"/>
            <a:ext cx="2289236" cy="508955"/>
            <a:chOff x="0" y="-38100"/>
            <a:chExt cx="693502" cy="154183"/>
          </a:xfrm>
        </p:grpSpPr>
        <p:sp>
          <p:nvSpPr>
            <p:cNvPr id="91" name="Google Shape;91;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212430"/>
            </a:solidFill>
            <a:ln>
              <a:noFill/>
            </a:ln>
          </p:spPr>
        </p:sp>
        <p:sp>
          <p:nvSpPr>
            <p:cNvPr id="92" name="Google Shape;92;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 name="Google Shape;93;p1"/>
          <p:cNvGrpSpPr/>
          <p:nvPr/>
        </p:nvGrpSpPr>
        <p:grpSpPr>
          <a:xfrm>
            <a:off x="15998764" y="9762468"/>
            <a:ext cx="2289236" cy="508955"/>
            <a:chOff x="0" y="-38100"/>
            <a:chExt cx="693502" cy="154183"/>
          </a:xfrm>
        </p:grpSpPr>
        <p:sp>
          <p:nvSpPr>
            <p:cNvPr id="94" name="Google Shape;94;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212430"/>
            </a:solidFill>
            <a:ln>
              <a:noFill/>
            </a:ln>
          </p:spPr>
        </p:sp>
        <p:sp>
          <p:nvSpPr>
            <p:cNvPr id="95" name="Google Shape;95;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6" name="Google Shape;96;p1"/>
          <p:cNvGrpSpPr/>
          <p:nvPr/>
        </p:nvGrpSpPr>
        <p:grpSpPr>
          <a:xfrm>
            <a:off x="3423808" y="3298041"/>
            <a:ext cx="3423808" cy="3549575"/>
            <a:chOff x="0" y="-38100"/>
            <a:chExt cx="1037210" cy="1075310"/>
          </a:xfrm>
        </p:grpSpPr>
        <p:sp>
          <p:nvSpPr>
            <p:cNvPr id="97" name="Google Shape;97;p1"/>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212430"/>
            </a:solidFill>
            <a:ln>
              <a:noFill/>
            </a:ln>
          </p:spPr>
        </p:sp>
        <p:sp>
          <p:nvSpPr>
            <p:cNvPr id="98" name="Google Shape;98;p1"/>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9" name="Google Shape;99;p1"/>
          <p:cNvGrpSpPr/>
          <p:nvPr/>
        </p:nvGrpSpPr>
        <p:grpSpPr>
          <a:xfrm>
            <a:off x="0" y="6737425"/>
            <a:ext cx="3423808" cy="3549575"/>
            <a:chOff x="0" y="-38100"/>
            <a:chExt cx="1037210" cy="1075310"/>
          </a:xfrm>
        </p:grpSpPr>
        <p:sp>
          <p:nvSpPr>
            <p:cNvPr id="100" name="Google Shape;100;p1"/>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212430"/>
            </a:solidFill>
            <a:ln>
              <a:noFill/>
            </a:ln>
          </p:spPr>
        </p:sp>
        <p:sp>
          <p:nvSpPr>
            <p:cNvPr id="101" name="Google Shape;101;p1"/>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2" name="Google Shape;102;p1"/>
          <p:cNvGrpSpPr/>
          <p:nvPr/>
        </p:nvGrpSpPr>
        <p:grpSpPr>
          <a:xfrm>
            <a:off x="3423808" y="-125767"/>
            <a:ext cx="3423808" cy="3549575"/>
            <a:chOff x="0" y="-38100"/>
            <a:chExt cx="1037210" cy="1075310"/>
          </a:xfrm>
        </p:grpSpPr>
        <p:sp>
          <p:nvSpPr>
            <p:cNvPr id="103" name="Google Shape;103;p1"/>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F5D25C"/>
            </a:solidFill>
            <a:ln>
              <a:noFill/>
            </a:ln>
          </p:spPr>
        </p:sp>
        <p:sp>
          <p:nvSpPr>
            <p:cNvPr id="104" name="Google Shape;104;p1"/>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1"/>
          <p:cNvGrpSpPr/>
          <p:nvPr/>
        </p:nvGrpSpPr>
        <p:grpSpPr>
          <a:xfrm>
            <a:off x="9136851" y="9762468"/>
            <a:ext cx="2289236" cy="508955"/>
            <a:chOff x="0" y="-38100"/>
            <a:chExt cx="693502" cy="154183"/>
          </a:xfrm>
        </p:grpSpPr>
        <p:sp>
          <p:nvSpPr>
            <p:cNvPr id="106" name="Google Shape;106;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F5D25C"/>
            </a:solidFill>
            <a:ln>
              <a:noFill/>
            </a:ln>
          </p:spPr>
        </p:sp>
        <p:sp>
          <p:nvSpPr>
            <p:cNvPr id="107" name="Google Shape;107;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1"/>
          <p:cNvGrpSpPr/>
          <p:nvPr/>
        </p:nvGrpSpPr>
        <p:grpSpPr>
          <a:xfrm>
            <a:off x="13712426" y="9762468"/>
            <a:ext cx="2289236" cy="508955"/>
            <a:chOff x="0" y="-38100"/>
            <a:chExt cx="693502" cy="154183"/>
          </a:xfrm>
        </p:grpSpPr>
        <p:sp>
          <p:nvSpPr>
            <p:cNvPr id="109" name="Google Shape;109;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F5D25C"/>
            </a:solidFill>
            <a:ln>
              <a:noFill/>
            </a:ln>
          </p:spPr>
        </p:sp>
        <p:sp>
          <p:nvSpPr>
            <p:cNvPr id="110" name="Google Shape;110;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1" name="Google Shape;111;p1"/>
          <p:cNvGrpSpPr/>
          <p:nvPr/>
        </p:nvGrpSpPr>
        <p:grpSpPr>
          <a:xfrm>
            <a:off x="0" y="3298041"/>
            <a:ext cx="3423808" cy="3549575"/>
            <a:chOff x="0" y="-38100"/>
            <a:chExt cx="1037210" cy="1075310"/>
          </a:xfrm>
        </p:grpSpPr>
        <p:sp>
          <p:nvSpPr>
            <p:cNvPr id="112" name="Google Shape;112;p1"/>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F5D25C"/>
            </a:solidFill>
            <a:ln>
              <a:noFill/>
            </a:ln>
          </p:spPr>
        </p:sp>
        <p:sp>
          <p:nvSpPr>
            <p:cNvPr id="113" name="Google Shape;113;p1"/>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4" name="Google Shape;114;p1"/>
          <p:cNvGrpSpPr/>
          <p:nvPr/>
        </p:nvGrpSpPr>
        <p:grpSpPr>
          <a:xfrm>
            <a:off x="3423808" y="6721849"/>
            <a:ext cx="3423808" cy="3549575"/>
            <a:chOff x="0" y="-38100"/>
            <a:chExt cx="1037210" cy="1075310"/>
          </a:xfrm>
        </p:grpSpPr>
        <p:sp>
          <p:nvSpPr>
            <p:cNvPr id="115" name="Google Shape;115;p1"/>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F5D25C"/>
            </a:solidFill>
            <a:ln>
              <a:noFill/>
            </a:ln>
          </p:spPr>
        </p:sp>
        <p:sp>
          <p:nvSpPr>
            <p:cNvPr id="116" name="Google Shape;116;p1"/>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7" name="Google Shape;117;p1"/>
          <p:cNvSpPr/>
          <p:nvPr/>
        </p:nvSpPr>
        <p:spPr>
          <a:xfrm>
            <a:off x="930511" y="805941"/>
            <a:ext cx="1562785" cy="1811925"/>
          </a:xfrm>
          <a:custGeom>
            <a:rect b="b" l="l" r="r" t="t"/>
            <a:pathLst>
              <a:path extrusionOk="0" h="1811925" w="1562785">
                <a:moveTo>
                  <a:pt x="0" y="0"/>
                </a:moveTo>
                <a:lnTo>
                  <a:pt x="1562786" y="0"/>
                </a:lnTo>
                <a:lnTo>
                  <a:pt x="1562786" y="1811925"/>
                </a:lnTo>
                <a:lnTo>
                  <a:pt x="0" y="1811925"/>
                </a:lnTo>
                <a:lnTo>
                  <a:pt x="0" y="0"/>
                </a:lnTo>
                <a:close/>
              </a:path>
            </a:pathLst>
          </a:custGeom>
          <a:blipFill rotWithShape="1">
            <a:blip r:embed="rId3">
              <a:alphaModFix/>
            </a:blip>
            <a:stretch>
              <a:fillRect b="0" l="0" r="0" t="0"/>
            </a:stretch>
          </a:blipFill>
          <a:ln>
            <a:noFill/>
          </a:ln>
        </p:spPr>
      </p:sp>
      <p:sp>
        <p:nvSpPr>
          <p:cNvPr id="118" name="Google Shape;118;p1"/>
          <p:cNvSpPr/>
          <p:nvPr/>
        </p:nvSpPr>
        <p:spPr>
          <a:xfrm>
            <a:off x="4463034" y="805941"/>
            <a:ext cx="1345354" cy="1811925"/>
          </a:xfrm>
          <a:custGeom>
            <a:rect b="b" l="l" r="r" t="t"/>
            <a:pathLst>
              <a:path extrusionOk="0" h="1811925" w="1345354">
                <a:moveTo>
                  <a:pt x="0" y="0"/>
                </a:moveTo>
                <a:lnTo>
                  <a:pt x="1345355" y="0"/>
                </a:lnTo>
                <a:lnTo>
                  <a:pt x="1345355" y="1811925"/>
                </a:lnTo>
                <a:lnTo>
                  <a:pt x="0" y="1811925"/>
                </a:lnTo>
                <a:lnTo>
                  <a:pt x="0" y="0"/>
                </a:lnTo>
                <a:close/>
              </a:path>
            </a:pathLst>
          </a:custGeom>
          <a:blipFill rotWithShape="1">
            <a:blip r:embed="rId4">
              <a:alphaModFix/>
            </a:blip>
            <a:stretch>
              <a:fillRect b="0" l="0" r="0" t="0"/>
            </a:stretch>
          </a:blipFill>
          <a:ln>
            <a:noFill/>
          </a:ln>
        </p:spPr>
      </p:sp>
      <p:sp>
        <p:nvSpPr>
          <p:cNvPr id="119" name="Google Shape;119;p1"/>
          <p:cNvSpPr/>
          <p:nvPr/>
        </p:nvSpPr>
        <p:spPr>
          <a:xfrm>
            <a:off x="1140713" y="4214436"/>
            <a:ext cx="1142381" cy="1842550"/>
          </a:xfrm>
          <a:custGeom>
            <a:rect b="b" l="l" r="r" t="t"/>
            <a:pathLst>
              <a:path extrusionOk="0" h="1842550" w="1142381">
                <a:moveTo>
                  <a:pt x="0" y="0"/>
                </a:moveTo>
                <a:lnTo>
                  <a:pt x="1142381" y="0"/>
                </a:lnTo>
                <a:lnTo>
                  <a:pt x="1142381" y="1842551"/>
                </a:lnTo>
                <a:lnTo>
                  <a:pt x="0" y="1842551"/>
                </a:lnTo>
                <a:lnTo>
                  <a:pt x="0" y="0"/>
                </a:lnTo>
                <a:close/>
              </a:path>
            </a:pathLst>
          </a:custGeom>
          <a:blipFill rotWithShape="1">
            <a:blip r:embed="rId5">
              <a:alphaModFix/>
            </a:blip>
            <a:stretch>
              <a:fillRect b="0" l="0" r="0" t="0"/>
            </a:stretch>
          </a:blipFill>
          <a:ln>
            <a:noFill/>
          </a:ln>
        </p:spPr>
      </p:sp>
      <p:sp>
        <p:nvSpPr>
          <p:cNvPr id="120" name="Google Shape;120;p1"/>
          <p:cNvSpPr/>
          <p:nvPr/>
        </p:nvSpPr>
        <p:spPr>
          <a:xfrm>
            <a:off x="4064173" y="4222225"/>
            <a:ext cx="2143078" cy="1826974"/>
          </a:xfrm>
          <a:custGeom>
            <a:rect b="b" l="l" r="r" t="t"/>
            <a:pathLst>
              <a:path extrusionOk="0" h="1826974" w="2143078">
                <a:moveTo>
                  <a:pt x="0" y="0"/>
                </a:moveTo>
                <a:lnTo>
                  <a:pt x="2143077" y="0"/>
                </a:lnTo>
                <a:lnTo>
                  <a:pt x="2143077" y="1826973"/>
                </a:lnTo>
                <a:lnTo>
                  <a:pt x="0" y="1826973"/>
                </a:lnTo>
                <a:lnTo>
                  <a:pt x="0" y="0"/>
                </a:lnTo>
                <a:close/>
              </a:path>
            </a:pathLst>
          </a:custGeom>
          <a:blipFill rotWithShape="1">
            <a:blip r:embed="rId6">
              <a:alphaModFix/>
            </a:blip>
            <a:stretch>
              <a:fillRect b="0" l="0" r="0" t="0"/>
            </a:stretch>
          </a:blipFill>
          <a:ln>
            <a:noFill/>
          </a:ln>
        </p:spPr>
      </p:sp>
      <p:sp>
        <p:nvSpPr>
          <p:cNvPr id="121" name="Google Shape;121;p1"/>
          <p:cNvSpPr/>
          <p:nvPr/>
        </p:nvSpPr>
        <p:spPr>
          <a:xfrm>
            <a:off x="887474" y="7733841"/>
            <a:ext cx="1648860" cy="1682511"/>
          </a:xfrm>
          <a:custGeom>
            <a:rect b="b" l="l" r="r" t="t"/>
            <a:pathLst>
              <a:path extrusionOk="0" h="1682511" w="1648860">
                <a:moveTo>
                  <a:pt x="0" y="0"/>
                </a:moveTo>
                <a:lnTo>
                  <a:pt x="1648860" y="0"/>
                </a:lnTo>
                <a:lnTo>
                  <a:pt x="1648860" y="1682510"/>
                </a:lnTo>
                <a:lnTo>
                  <a:pt x="0" y="1682510"/>
                </a:lnTo>
                <a:lnTo>
                  <a:pt x="0" y="0"/>
                </a:lnTo>
                <a:close/>
              </a:path>
            </a:pathLst>
          </a:custGeom>
          <a:blipFill rotWithShape="1">
            <a:blip r:embed="rId7">
              <a:alphaModFix/>
            </a:blip>
            <a:stretch>
              <a:fillRect b="0" l="0" r="0" t="0"/>
            </a:stretch>
          </a:blipFill>
          <a:ln>
            <a:noFill/>
          </a:ln>
        </p:spPr>
      </p:sp>
      <p:sp>
        <p:nvSpPr>
          <p:cNvPr id="122" name="Google Shape;122;p1"/>
          <p:cNvSpPr/>
          <p:nvPr/>
        </p:nvSpPr>
        <p:spPr>
          <a:xfrm>
            <a:off x="4132459" y="7901135"/>
            <a:ext cx="2006505" cy="1316769"/>
          </a:xfrm>
          <a:custGeom>
            <a:rect b="b" l="l" r="r" t="t"/>
            <a:pathLst>
              <a:path extrusionOk="0" h="1316769" w="2006505">
                <a:moveTo>
                  <a:pt x="0" y="0"/>
                </a:moveTo>
                <a:lnTo>
                  <a:pt x="2006505" y="0"/>
                </a:lnTo>
                <a:lnTo>
                  <a:pt x="2006505" y="1316769"/>
                </a:lnTo>
                <a:lnTo>
                  <a:pt x="0" y="1316769"/>
                </a:lnTo>
                <a:lnTo>
                  <a:pt x="0" y="0"/>
                </a:lnTo>
                <a:close/>
              </a:path>
            </a:pathLst>
          </a:custGeom>
          <a:blipFill rotWithShape="1">
            <a:blip r:embed="rId8">
              <a:alphaModFix/>
            </a:blip>
            <a:stretch>
              <a:fillRect b="0" l="0" r="0" t="0"/>
            </a:stretch>
          </a:blipFill>
          <a:ln>
            <a:noFill/>
          </a:ln>
        </p:spPr>
      </p:sp>
      <p:sp>
        <p:nvSpPr>
          <p:cNvPr id="123" name="Google Shape;123;p1"/>
          <p:cNvSpPr txBox="1"/>
          <p:nvPr/>
        </p:nvSpPr>
        <p:spPr>
          <a:xfrm>
            <a:off x="8076066" y="3233617"/>
            <a:ext cx="9632382" cy="2263520"/>
          </a:xfrm>
          <a:prstGeom prst="rect">
            <a:avLst/>
          </a:prstGeom>
          <a:noFill/>
          <a:ln>
            <a:noFill/>
          </a:ln>
        </p:spPr>
        <p:txBody>
          <a:bodyPr anchorCtr="0" anchor="t" bIns="0" lIns="0" spcFirstLastPara="1" rIns="0" wrap="square" tIns="0">
            <a:spAutoFit/>
          </a:bodyPr>
          <a:lstStyle/>
          <a:p>
            <a:pPr indent="0" lvl="0" marL="0" marR="0" rtl="0" algn="ctr">
              <a:lnSpc>
                <a:spcPct val="98999"/>
              </a:lnSpc>
              <a:spcBef>
                <a:spcPts val="0"/>
              </a:spcBef>
              <a:spcAft>
                <a:spcPts val="0"/>
              </a:spcAft>
              <a:buNone/>
            </a:pPr>
            <a:r>
              <a:rPr b="0" i="0" lang="en-US" sz="8799" u="none" cap="none" strike="noStrike">
                <a:solidFill>
                  <a:srgbClr val="F5D25C"/>
                </a:solidFill>
                <a:latin typeface="Gasoek One"/>
                <a:ea typeface="Gasoek One"/>
                <a:cs typeface="Gasoek One"/>
                <a:sym typeface="Gasoek One"/>
              </a:rPr>
              <a:t>SISTEMA WEB RENTOOLS</a:t>
            </a:r>
            <a:endParaRPr/>
          </a:p>
        </p:txBody>
      </p:sp>
      <p:sp>
        <p:nvSpPr>
          <p:cNvPr id="124" name="Google Shape;124;p1"/>
          <p:cNvSpPr txBox="1"/>
          <p:nvPr/>
        </p:nvSpPr>
        <p:spPr>
          <a:xfrm>
            <a:off x="7552466" y="6200442"/>
            <a:ext cx="10235293" cy="2936864"/>
          </a:xfrm>
          <a:prstGeom prst="rect">
            <a:avLst/>
          </a:prstGeom>
          <a:noFill/>
          <a:ln>
            <a:noFill/>
          </a:ln>
        </p:spPr>
        <p:txBody>
          <a:bodyPr anchorCtr="0" anchor="t" bIns="0" lIns="0" spcFirstLastPara="1" rIns="0" wrap="square" tIns="0">
            <a:spAutoFit/>
          </a:bodyPr>
          <a:lstStyle/>
          <a:p>
            <a:pPr indent="0" lvl="0" marL="0" marR="0" rtl="0" algn="ctr">
              <a:lnSpc>
                <a:spcPct val="139014"/>
              </a:lnSpc>
              <a:spcBef>
                <a:spcPts val="0"/>
              </a:spcBef>
              <a:spcAft>
                <a:spcPts val="0"/>
              </a:spcAft>
              <a:buNone/>
            </a:pPr>
            <a:r>
              <a:rPr b="1" i="0" lang="en-US" sz="2822" u="none" cap="none" strike="noStrike">
                <a:solidFill>
                  <a:srgbClr val="FFFFFF"/>
                </a:solidFill>
                <a:latin typeface="Open Sans"/>
                <a:ea typeface="Open Sans"/>
                <a:cs typeface="Open Sans"/>
                <a:sym typeface="Open Sans"/>
              </a:rPr>
              <a:t>Integrantes: </a:t>
            </a:r>
            <a:endParaRPr/>
          </a:p>
          <a:p>
            <a:pPr indent="0" lvl="0" marL="0" marR="0" rtl="0" algn="ctr">
              <a:lnSpc>
                <a:spcPct val="139014"/>
              </a:lnSpc>
              <a:spcBef>
                <a:spcPts val="0"/>
              </a:spcBef>
              <a:spcAft>
                <a:spcPts val="0"/>
              </a:spcAft>
              <a:buNone/>
            </a:pPr>
            <a:r>
              <a:rPr b="0" i="0" lang="en-US" sz="2822" u="none" cap="none" strike="noStrike">
                <a:solidFill>
                  <a:srgbClr val="FFFFFF"/>
                </a:solidFill>
                <a:latin typeface="Open Sans"/>
                <a:ea typeface="Open Sans"/>
                <a:cs typeface="Open Sans"/>
                <a:sym typeface="Open Sans"/>
              </a:rPr>
              <a:t>-Carlos Santivañez</a:t>
            </a:r>
            <a:endParaRPr/>
          </a:p>
          <a:p>
            <a:pPr indent="0" lvl="0" marL="0" marR="0" rtl="0" algn="ctr">
              <a:lnSpc>
                <a:spcPct val="139014"/>
              </a:lnSpc>
              <a:spcBef>
                <a:spcPts val="0"/>
              </a:spcBef>
              <a:spcAft>
                <a:spcPts val="0"/>
              </a:spcAft>
              <a:buNone/>
            </a:pPr>
            <a:r>
              <a:rPr b="0" i="0" lang="en-US" sz="2822" u="none" cap="none" strike="noStrike">
                <a:solidFill>
                  <a:srgbClr val="FFFFFF"/>
                </a:solidFill>
                <a:latin typeface="Open Sans"/>
                <a:ea typeface="Open Sans"/>
                <a:cs typeface="Open Sans"/>
                <a:sym typeface="Open Sans"/>
              </a:rPr>
              <a:t>-Misael Ocas</a:t>
            </a:r>
            <a:endParaRPr/>
          </a:p>
          <a:p>
            <a:pPr indent="0" lvl="0" marL="0" marR="0" rtl="0" algn="ctr">
              <a:lnSpc>
                <a:spcPct val="139014"/>
              </a:lnSpc>
              <a:spcBef>
                <a:spcPts val="0"/>
              </a:spcBef>
              <a:spcAft>
                <a:spcPts val="0"/>
              </a:spcAft>
              <a:buNone/>
            </a:pPr>
            <a:r>
              <a:rPr b="1" i="0" lang="en-US" sz="2822" u="none" cap="none" strike="noStrike">
                <a:solidFill>
                  <a:srgbClr val="FFFFFF"/>
                </a:solidFill>
                <a:latin typeface="Open Sans"/>
                <a:ea typeface="Open Sans"/>
                <a:cs typeface="Open Sans"/>
                <a:sym typeface="Open Sans"/>
              </a:rPr>
              <a:t>Profesor:</a:t>
            </a:r>
            <a:r>
              <a:rPr b="0" i="0" lang="en-US" sz="2822" u="none" cap="none" strike="noStrike">
                <a:solidFill>
                  <a:srgbClr val="FFFFFF"/>
                </a:solidFill>
                <a:latin typeface="Open Sans"/>
                <a:ea typeface="Open Sans"/>
                <a:cs typeface="Open Sans"/>
                <a:sym typeface="Open Sans"/>
              </a:rPr>
              <a:t> Ceferino Sotelo</a:t>
            </a:r>
            <a:endParaRPr/>
          </a:p>
          <a:p>
            <a:pPr indent="0" lvl="0" marL="0" marR="0" rtl="0" algn="ctr">
              <a:lnSpc>
                <a:spcPct val="139014"/>
              </a:lnSpc>
              <a:spcBef>
                <a:spcPts val="0"/>
              </a:spcBef>
              <a:spcAft>
                <a:spcPts val="0"/>
              </a:spcAft>
              <a:buNone/>
            </a:pPr>
            <a:r>
              <a:rPr b="1" i="0" lang="en-US" sz="2822" u="none" cap="none" strike="noStrike">
                <a:solidFill>
                  <a:srgbClr val="FFFFFF"/>
                </a:solidFill>
                <a:latin typeface="Open Sans"/>
                <a:ea typeface="Open Sans"/>
                <a:cs typeface="Open Sans"/>
                <a:sym typeface="Open Sans"/>
              </a:rPr>
              <a:t>Asignatura:</a:t>
            </a:r>
            <a:r>
              <a:rPr b="0" i="0" lang="en-US" sz="2822" u="none" cap="none" strike="noStrike">
                <a:solidFill>
                  <a:srgbClr val="FFFFFF"/>
                </a:solidFill>
                <a:latin typeface="Open Sans"/>
                <a:ea typeface="Open Sans"/>
                <a:cs typeface="Open Sans"/>
                <a:sym typeface="Open Sans"/>
              </a:rPr>
              <a:t> Capstone</a:t>
            </a:r>
            <a:endParaRPr/>
          </a:p>
          <a:p>
            <a:pPr indent="0" lvl="0" marL="0" marR="0" rtl="0" algn="ctr">
              <a:lnSpc>
                <a:spcPct val="139014"/>
              </a:lnSpc>
              <a:spcBef>
                <a:spcPts val="0"/>
              </a:spcBef>
              <a:spcAft>
                <a:spcPts val="0"/>
              </a:spcAft>
              <a:buNone/>
            </a:pPr>
            <a:r>
              <a:rPr b="1" i="0" lang="en-US" sz="2822" u="none" cap="none" strike="noStrike">
                <a:solidFill>
                  <a:srgbClr val="FFFFFF"/>
                </a:solidFill>
                <a:latin typeface="Open Sans"/>
                <a:ea typeface="Open Sans"/>
                <a:cs typeface="Open Sans"/>
                <a:sym typeface="Open Sans"/>
              </a:rPr>
              <a:t>Sección: </a:t>
            </a:r>
            <a:r>
              <a:rPr b="0" i="0" lang="en-US" sz="2822" u="none" cap="none" strike="noStrike">
                <a:solidFill>
                  <a:srgbClr val="FFFFFF"/>
                </a:solidFill>
                <a:latin typeface="Open Sans"/>
                <a:ea typeface="Open Sans"/>
                <a:cs typeface="Open Sans"/>
                <a:sym typeface="Open Sans"/>
              </a:rPr>
              <a:t>004D</a:t>
            </a:r>
            <a:endParaRPr/>
          </a:p>
        </p:txBody>
      </p:sp>
      <p:grpSp>
        <p:nvGrpSpPr>
          <p:cNvPr id="125" name="Google Shape;125;p1"/>
          <p:cNvGrpSpPr/>
          <p:nvPr/>
        </p:nvGrpSpPr>
        <p:grpSpPr>
          <a:xfrm>
            <a:off x="6847616" y="-125767"/>
            <a:ext cx="2289236" cy="508955"/>
            <a:chOff x="0" y="-38100"/>
            <a:chExt cx="693502" cy="154183"/>
          </a:xfrm>
        </p:grpSpPr>
        <p:sp>
          <p:nvSpPr>
            <p:cNvPr id="126" name="Google Shape;126;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212430"/>
            </a:solidFill>
            <a:ln>
              <a:noFill/>
            </a:ln>
          </p:spPr>
        </p:sp>
        <p:sp>
          <p:nvSpPr>
            <p:cNvPr id="127" name="Google Shape;127;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 name="Google Shape;128;p1"/>
          <p:cNvGrpSpPr/>
          <p:nvPr/>
        </p:nvGrpSpPr>
        <p:grpSpPr>
          <a:xfrm>
            <a:off x="11423190" y="-125767"/>
            <a:ext cx="2289236" cy="508955"/>
            <a:chOff x="0" y="-38100"/>
            <a:chExt cx="693502" cy="154183"/>
          </a:xfrm>
        </p:grpSpPr>
        <p:sp>
          <p:nvSpPr>
            <p:cNvPr id="129" name="Google Shape;129;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212430"/>
            </a:solidFill>
            <a:ln>
              <a:noFill/>
            </a:ln>
          </p:spPr>
        </p:sp>
        <p:sp>
          <p:nvSpPr>
            <p:cNvPr id="130" name="Google Shape;130;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1" name="Google Shape;131;p1"/>
          <p:cNvGrpSpPr/>
          <p:nvPr/>
        </p:nvGrpSpPr>
        <p:grpSpPr>
          <a:xfrm>
            <a:off x="15998764" y="-125767"/>
            <a:ext cx="2289236" cy="508955"/>
            <a:chOff x="0" y="-38100"/>
            <a:chExt cx="693502" cy="154183"/>
          </a:xfrm>
        </p:grpSpPr>
        <p:sp>
          <p:nvSpPr>
            <p:cNvPr id="132" name="Google Shape;132;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212430"/>
            </a:solidFill>
            <a:ln>
              <a:noFill/>
            </a:ln>
          </p:spPr>
        </p:sp>
        <p:sp>
          <p:nvSpPr>
            <p:cNvPr id="133" name="Google Shape;133;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p1"/>
          <p:cNvGrpSpPr/>
          <p:nvPr/>
        </p:nvGrpSpPr>
        <p:grpSpPr>
          <a:xfrm>
            <a:off x="9136851" y="-125767"/>
            <a:ext cx="2289236" cy="508955"/>
            <a:chOff x="0" y="-38100"/>
            <a:chExt cx="693502" cy="154183"/>
          </a:xfrm>
        </p:grpSpPr>
        <p:sp>
          <p:nvSpPr>
            <p:cNvPr id="135" name="Google Shape;135;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F5D25C"/>
            </a:solidFill>
            <a:ln>
              <a:noFill/>
            </a:ln>
          </p:spPr>
        </p:sp>
        <p:sp>
          <p:nvSpPr>
            <p:cNvPr id="136" name="Google Shape;136;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7" name="Google Shape;137;p1"/>
          <p:cNvGrpSpPr/>
          <p:nvPr/>
        </p:nvGrpSpPr>
        <p:grpSpPr>
          <a:xfrm>
            <a:off x="13712426" y="-125767"/>
            <a:ext cx="2289236" cy="508955"/>
            <a:chOff x="0" y="-38100"/>
            <a:chExt cx="693502" cy="154183"/>
          </a:xfrm>
        </p:grpSpPr>
        <p:sp>
          <p:nvSpPr>
            <p:cNvPr id="138" name="Google Shape;138;p1"/>
            <p:cNvSpPr/>
            <p:nvPr/>
          </p:nvSpPr>
          <p:spPr>
            <a:xfrm>
              <a:off x="0" y="0"/>
              <a:ext cx="693502" cy="116083"/>
            </a:xfrm>
            <a:custGeom>
              <a:rect b="b" l="l" r="r" t="t"/>
              <a:pathLst>
                <a:path extrusionOk="0" h="116083" w="693502">
                  <a:moveTo>
                    <a:pt x="0" y="0"/>
                  </a:moveTo>
                  <a:lnTo>
                    <a:pt x="693502" y="0"/>
                  </a:lnTo>
                  <a:lnTo>
                    <a:pt x="693502" y="116083"/>
                  </a:lnTo>
                  <a:lnTo>
                    <a:pt x="0" y="116083"/>
                  </a:lnTo>
                  <a:close/>
                </a:path>
              </a:pathLst>
            </a:custGeom>
            <a:solidFill>
              <a:srgbClr val="F5D25C"/>
            </a:solidFill>
            <a:ln>
              <a:noFill/>
            </a:ln>
          </p:spPr>
        </p:sp>
        <p:sp>
          <p:nvSpPr>
            <p:cNvPr id="139" name="Google Shape;139;p1"/>
            <p:cNvSpPr txBox="1"/>
            <p:nvPr/>
          </p:nvSpPr>
          <p:spPr>
            <a:xfrm>
              <a:off x="0" y="-38100"/>
              <a:ext cx="693502"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1"/>
          <p:cNvSpPr/>
          <p:nvPr/>
        </p:nvSpPr>
        <p:spPr>
          <a:xfrm>
            <a:off x="12892257" y="182615"/>
            <a:ext cx="5223655" cy="1692170"/>
          </a:xfrm>
          <a:custGeom>
            <a:rect b="b" l="l" r="r" t="t"/>
            <a:pathLst>
              <a:path extrusionOk="0" h="1692170" w="5223655">
                <a:moveTo>
                  <a:pt x="0" y="0"/>
                </a:moveTo>
                <a:lnTo>
                  <a:pt x="5223656" y="0"/>
                </a:lnTo>
                <a:lnTo>
                  <a:pt x="5223656" y="1692170"/>
                </a:lnTo>
                <a:lnTo>
                  <a:pt x="0" y="1692170"/>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144" name="Shape 144"/>
        <p:cNvGrpSpPr/>
        <p:nvPr/>
      </p:nvGrpSpPr>
      <p:grpSpPr>
        <a:xfrm>
          <a:off x="0" y="0"/>
          <a:ext cx="0" cy="0"/>
          <a:chOff x="0" y="0"/>
          <a:chExt cx="0" cy="0"/>
        </a:xfrm>
      </p:grpSpPr>
      <p:sp>
        <p:nvSpPr>
          <p:cNvPr id="145" name="Google Shape;145;p2"/>
          <p:cNvSpPr txBox="1"/>
          <p:nvPr/>
        </p:nvSpPr>
        <p:spPr>
          <a:xfrm>
            <a:off x="4073170" y="1213328"/>
            <a:ext cx="10141660" cy="516255"/>
          </a:xfrm>
          <a:prstGeom prst="rect">
            <a:avLst/>
          </a:prstGeom>
          <a:noFill/>
          <a:ln>
            <a:noFill/>
          </a:ln>
        </p:spPr>
        <p:txBody>
          <a:bodyPr anchorCtr="0" anchor="t" bIns="0" lIns="0" spcFirstLastPara="1" rIns="0" wrap="square" tIns="0">
            <a:spAutoFit/>
          </a:bodyPr>
          <a:lstStyle/>
          <a:p>
            <a:pPr indent="0" lvl="0" marL="0" marR="0" rtl="0" algn="ctr">
              <a:lnSpc>
                <a:spcPct val="98999"/>
              </a:lnSpc>
              <a:spcBef>
                <a:spcPts val="0"/>
              </a:spcBef>
              <a:spcAft>
                <a:spcPts val="0"/>
              </a:spcAft>
              <a:buNone/>
            </a:pPr>
            <a:r>
              <a:rPr b="0" i="0" lang="en-US" sz="3999" u="none" cap="none" strike="noStrike">
                <a:solidFill>
                  <a:srgbClr val="F5D25C"/>
                </a:solidFill>
                <a:latin typeface="Gasoek One"/>
                <a:ea typeface="Gasoek One"/>
                <a:cs typeface="Gasoek One"/>
                <a:sym typeface="Gasoek One"/>
              </a:rPr>
              <a:t>CONTENIDOS GENERALES</a:t>
            </a:r>
            <a:endParaRPr/>
          </a:p>
        </p:txBody>
      </p:sp>
      <p:sp>
        <p:nvSpPr>
          <p:cNvPr id="146" name="Google Shape;146;p2"/>
          <p:cNvSpPr txBox="1"/>
          <p:nvPr/>
        </p:nvSpPr>
        <p:spPr>
          <a:xfrm>
            <a:off x="1868372" y="2789045"/>
            <a:ext cx="1198724" cy="675711"/>
          </a:xfrm>
          <a:prstGeom prst="rect">
            <a:avLst/>
          </a:prstGeom>
          <a:noFill/>
          <a:ln>
            <a:noFill/>
          </a:ln>
        </p:spPr>
        <p:txBody>
          <a:bodyPr anchorCtr="0" anchor="t" bIns="0" lIns="0" spcFirstLastPara="1" rIns="0" wrap="square" tIns="0">
            <a:spAutoFit/>
          </a:bodyPr>
          <a:lstStyle/>
          <a:p>
            <a:pPr indent="0" lvl="0" marL="0" marR="0" rtl="0" algn="r">
              <a:lnSpc>
                <a:spcPct val="98997"/>
              </a:lnSpc>
              <a:spcBef>
                <a:spcPts val="0"/>
              </a:spcBef>
              <a:spcAft>
                <a:spcPts val="0"/>
              </a:spcAft>
              <a:buNone/>
            </a:pPr>
            <a:r>
              <a:rPr b="0" i="0" lang="en-US" sz="5186" u="none" cap="none" strike="noStrike">
                <a:solidFill>
                  <a:srgbClr val="F5D25C"/>
                </a:solidFill>
                <a:latin typeface="Gasoek One"/>
                <a:ea typeface="Gasoek One"/>
                <a:cs typeface="Gasoek One"/>
                <a:sym typeface="Gasoek One"/>
              </a:rPr>
              <a:t>1·</a:t>
            </a:r>
            <a:endParaRPr/>
          </a:p>
        </p:txBody>
      </p:sp>
      <p:sp>
        <p:nvSpPr>
          <p:cNvPr id="147" name="Google Shape;147;p2"/>
          <p:cNvSpPr txBox="1"/>
          <p:nvPr/>
        </p:nvSpPr>
        <p:spPr>
          <a:xfrm>
            <a:off x="9422580" y="2789045"/>
            <a:ext cx="1198724" cy="675711"/>
          </a:xfrm>
          <a:prstGeom prst="rect">
            <a:avLst/>
          </a:prstGeom>
          <a:noFill/>
          <a:ln>
            <a:noFill/>
          </a:ln>
        </p:spPr>
        <p:txBody>
          <a:bodyPr anchorCtr="0" anchor="t" bIns="0" lIns="0" spcFirstLastPara="1" rIns="0" wrap="square" tIns="0">
            <a:spAutoFit/>
          </a:bodyPr>
          <a:lstStyle/>
          <a:p>
            <a:pPr indent="0" lvl="0" marL="0" marR="0" rtl="0" algn="r">
              <a:lnSpc>
                <a:spcPct val="98997"/>
              </a:lnSpc>
              <a:spcBef>
                <a:spcPts val="0"/>
              </a:spcBef>
              <a:spcAft>
                <a:spcPts val="0"/>
              </a:spcAft>
              <a:buNone/>
            </a:pPr>
            <a:r>
              <a:rPr b="0" i="0" lang="en-US" sz="5186" u="none" cap="none" strike="noStrike">
                <a:solidFill>
                  <a:srgbClr val="F5D25C"/>
                </a:solidFill>
                <a:latin typeface="Gasoek One"/>
                <a:ea typeface="Gasoek One"/>
                <a:cs typeface="Gasoek One"/>
                <a:sym typeface="Gasoek One"/>
              </a:rPr>
              <a:t>4·</a:t>
            </a:r>
            <a:endParaRPr/>
          </a:p>
        </p:txBody>
      </p:sp>
      <p:sp>
        <p:nvSpPr>
          <p:cNvPr id="148" name="Google Shape;148;p2"/>
          <p:cNvSpPr txBox="1"/>
          <p:nvPr/>
        </p:nvSpPr>
        <p:spPr>
          <a:xfrm>
            <a:off x="1868372" y="5489650"/>
            <a:ext cx="1198724" cy="675711"/>
          </a:xfrm>
          <a:prstGeom prst="rect">
            <a:avLst/>
          </a:prstGeom>
          <a:noFill/>
          <a:ln>
            <a:noFill/>
          </a:ln>
        </p:spPr>
        <p:txBody>
          <a:bodyPr anchorCtr="0" anchor="t" bIns="0" lIns="0" spcFirstLastPara="1" rIns="0" wrap="square" tIns="0">
            <a:spAutoFit/>
          </a:bodyPr>
          <a:lstStyle/>
          <a:p>
            <a:pPr indent="0" lvl="0" marL="0" marR="0" rtl="0" algn="r">
              <a:lnSpc>
                <a:spcPct val="98997"/>
              </a:lnSpc>
              <a:spcBef>
                <a:spcPts val="0"/>
              </a:spcBef>
              <a:spcAft>
                <a:spcPts val="0"/>
              </a:spcAft>
              <a:buNone/>
            </a:pPr>
            <a:r>
              <a:rPr b="0" i="0" lang="en-US" sz="5186" u="none" cap="none" strike="noStrike">
                <a:solidFill>
                  <a:srgbClr val="F5D25C"/>
                </a:solidFill>
                <a:latin typeface="Gasoek One"/>
                <a:ea typeface="Gasoek One"/>
                <a:cs typeface="Gasoek One"/>
                <a:sym typeface="Gasoek One"/>
              </a:rPr>
              <a:t>2·</a:t>
            </a:r>
            <a:endParaRPr/>
          </a:p>
        </p:txBody>
      </p:sp>
      <p:sp>
        <p:nvSpPr>
          <p:cNvPr id="149" name="Google Shape;149;p2"/>
          <p:cNvSpPr txBox="1"/>
          <p:nvPr/>
        </p:nvSpPr>
        <p:spPr>
          <a:xfrm>
            <a:off x="9422580" y="5489650"/>
            <a:ext cx="1198724" cy="675711"/>
          </a:xfrm>
          <a:prstGeom prst="rect">
            <a:avLst/>
          </a:prstGeom>
          <a:noFill/>
          <a:ln>
            <a:noFill/>
          </a:ln>
        </p:spPr>
        <p:txBody>
          <a:bodyPr anchorCtr="0" anchor="t" bIns="0" lIns="0" spcFirstLastPara="1" rIns="0" wrap="square" tIns="0">
            <a:spAutoFit/>
          </a:bodyPr>
          <a:lstStyle/>
          <a:p>
            <a:pPr indent="0" lvl="0" marL="0" marR="0" rtl="0" algn="r">
              <a:lnSpc>
                <a:spcPct val="98997"/>
              </a:lnSpc>
              <a:spcBef>
                <a:spcPts val="0"/>
              </a:spcBef>
              <a:spcAft>
                <a:spcPts val="0"/>
              </a:spcAft>
              <a:buNone/>
            </a:pPr>
            <a:r>
              <a:rPr b="0" i="0" lang="en-US" sz="5186" u="none" cap="none" strike="noStrike">
                <a:solidFill>
                  <a:srgbClr val="F5D25C"/>
                </a:solidFill>
                <a:latin typeface="Gasoek One"/>
                <a:ea typeface="Gasoek One"/>
                <a:cs typeface="Gasoek One"/>
                <a:sym typeface="Gasoek One"/>
              </a:rPr>
              <a:t>5·</a:t>
            </a:r>
            <a:endParaRPr/>
          </a:p>
        </p:txBody>
      </p:sp>
      <p:sp>
        <p:nvSpPr>
          <p:cNvPr id="150" name="Google Shape;150;p2"/>
          <p:cNvSpPr txBox="1"/>
          <p:nvPr/>
        </p:nvSpPr>
        <p:spPr>
          <a:xfrm>
            <a:off x="1868372" y="7986067"/>
            <a:ext cx="1198724" cy="675711"/>
          </a:xfrm>
          <a:prstGeom prst="rect">
            <a:avLst/>
          </a:prstGeom>
          <a:noFill/>
          <a:ln>
            <a:noFill/>
          </a:ln>
        </p:spPr>
        <p:txBody>
          <a:bodyPr anchorCtr="0" anchor="t" bIns="0" lIns="0" spcFirstLastPara="1" rIns="0" wrap="square" tIns="0">
            <a:spAutoFit/>
          </a:bodyPr>
          <a:lstStyle/>
          <a:p>
            <a:pPr indent="0" lvl="0" marL="0" marR="0" rtl="0" algn="r">
              <a:lnSpc>
                <a:spcPct val="98997"/>
              </a:lnSpc>
              <a:spcBef>
                <a:spcPts val="0"/>
              </a:spcBef>
              <a:spcAft>
                <a:spcPts val="0"/>
              </a:spcAft>
              <a:buNone/>
            </a:pPr>
            <a:r>
              <a:rPr b="0" i="0" lang="en-US" sz="5186" u="none" cap="none" strike="noStrike">
                <a:solidFill>
                  <a:srgbClr val="F5D25C"/>
                </a:solidFill>
                <a:latin typeface="Gasoek One"/>
                <a:ea typeface="Gasoek One"/>
                <a:cs typeface="Gasoek One"/>
                <a:sym typeface="Gasoek One"/>
              </a:rPr>
              <a:t>3·</a:t>
            </a:r>
            <a:endParaRPr/>
          </a:p>
        </p:txBody>
      </p:sp>
      <p:sp>
        <p:nvSpPr>
          <p:cNvPr id="151" name="Google Shape;151;p2"/>
          <p:cNvSpPr txBox="1"/>
          <p:nvPr/>
        </p:nvSpPr>
        <p:spPr>
          <a:xfrm>
            <a:off x="9422580" y="7986067"/>
            <a:ext cx="1198724" cy="675711"/>
          </a:xfrm>
          <a:prstGeom prst="rect">
            <a:avLst/>
          </a:prstGeom>
          <a:noFill/>
          <a:ln>
            <a:noFill/>
          </a:ln>
        </p:spPr>
        <p:txBody>
          <a:bodyPr anchorCtr="0" anchor="t" bIns="0" lIns="0" spcFirstLastPara="1" rIns="0" wrap="square" tIns="0">
            <a:spAutoFit/>
          </a:bodyPr>
          <a:lstStyle/>
          <a:p>
            <a:pPr indent="0" lvl="0" marL="0" marR="0" rtl="0" algn="r">
              <a:lnSpc>
                <a:spcPct val="98997"/>
              </a:lnSpc>
              <a:spcBef>
                <a:spcPts val="0"/>
              </a:spcBef>
              <a:spcAft>
                <a:spcPts val="0"/>
              </a:spcAft>
              <a:buNone/>
            </a:pPr>
            <a:r>
              <a:rPr b="0" i="0" lang="en-US" sz="5186" u="none" cap="none" strike="noStrike">
                <a:solidFill>
                  <a:srgbClr val="F5D25C"/>
                </a:solidFill>
                <a:latin typeface="Gasoek One"/>
                <a:ea typeface="Gasoek One"/>
                <a:cs typeface="Gasoek One"/>
                <a:sym typeface="Gasoek One"/>
              </a:rPr>
              <a:t>6·</a:t>
            </a:r>
            <a:endParaRPr/>
          </a:p>
        </p:txBody>
      </p:sp>
      <p:sp>
        <p:nvSpPr>
          <p:cNvPr id="152" name="Google Shape;152;p2"/>
          <p:cNvSpPr txBox="1"/>
          <p:nvPr/>
        </p:nvSpPr>
        <p:spPr>
          <a:xfrm>
            <a:off x="3344176" y="2962118"/>
            <a:ext cx="5460917" cy="262890"/>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None/>
            </a:pPr>
            <a:r>
              <a:rPr b="1" i="0" lang="en-US" sz="2000" u="none" cap="none" strike="noStrike">
                <a:solidFill>
                  <a:srgbClr val="F5D25C"/>
                </a:solidFill>
                <a:latin typeface="Open Sans ExtraBold"/>
                <a:ea typeface="Open Sans ExtraBold"/>
                <a:cs typeface="Open Sans ExtraBold"/>
                <a:sym typeface="Open Sans ExtraBold"/>
              </a:rPr>
              <a:t>INTRODUCCIÓN</a:t>
            </a:r>
            <a:endParaRPr/>
          </a:p>
        </p:txBody>
      </p:sp>
      <p:sp>
        <p:nvSpPr>
          <p:cNvPr id="153" name="Google Shape;153;p2"/>
          <p:cNvSpPr txBox="1"/>
          <p:nvPr/>
        </p:nvSpPr>
        <p:spPr>
          <a:xfrm>
            <a:off x="10898384" y="3112613"/>
            <a:ext cx="5460917" cy="262890"/>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None/>
            </a:pPr>
            <a:r>
              <a:rPr b="1" i="0" lang="en-US" sz="2000" u="none" cap="none" strike="noStrike">
                <a:solidFill>
                  <a:srgbClr val="F5D25C"/>
                </a:solidFill>
                <a:latin typeface="Open Sans ExtraBold"/>
                <a:ea typeface="Open Sans ExtraBold"/>
                <a:cs typeface="Open Sans ExtraBold"/>
                <a:sym typeface="Open Sans ExtraBold"/>
              </a:rPr>
              <a:t>MODELO DE BASE DATOS</a:t>
            </a:r>
            <a:endParaRPr/>
          </a:p>
        </p:txBody>
      </p:sp>
      <p:sp>
        <p:nvSpPr>
          <p:cNvPr id="154" name="Google Shape;154;p2"/>
          <p:cNvSpPr txBox="1"/>
          <p:nvPr/>
        </p:nvSpPr>
        <p:spPr>
          <a:xfrm>
            <a:off x="3344176" y="5662723"/>
            <a:ext cx="5460917" cy="262890"/>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None/>
            </a:pPr>
            <a:r>
              <a:rPr b="1" i="0" lang="en-US" sz="2000" u="none" cap="none" strike="noStrike">
                <a:solidFill>
                  <a:srgbClr val="F5D25C"/>
                </a:solidFill>
                <a:latin typeface="Open Sans ExtraBold"/>
                <a:ea typeface="Open Sans ExtraBold"/>
                <a:cs typeface="Open Sans ExtraBold"/>
                <a:sym typeface="Open Sans ExtraBold"/>
              </a:rPr>
              <a:t>ARQUITECTURA</a:t>
            </a:r>
            <a:endParaRPr/>
          </a:p>
        </p:txBody>
      </p:sp>
      <p:sp>
        <p:nvSpPr>
          <p:cNvPr id="155" name="Google Shape;155;p2"/>
          <p:cNvSpPr txBox="1"/>
          <p:nvPr/>
        </p:nvSpPr>
        <p:spPr>
          <a:xfrm>
            <a:off x="10898384" y="5813218"/>
            <a:ext cx="5460917" cy="262890"/>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None/>
            </a:pPr>
            <a:r>
              <a:rPr b="1" i="0" lang="en-US" sz="2000" u="none" cap="none" strike="noStrike">
                <a:solidFill>
                  <a:srgbClr val="F5D25C"/>
                </a:solidFill>
                <a:latin typeface="Open Sans ExtraBold"/>
                <a:ea typeface="Open Sans ExtraBold"/>
                <a:cs typeface="Open Sans ExtraBold"/>
                <a:sym typeface="Open Sans ExtraBold"/>
              </a:rPr>
              <a:t>MOCKUPS</a:t>
            </a:r>
            <a:endParaRPr/>
          </a:p>
        </p:txBody>
      </p:sp>
      <p:sp>
        <p:nvSpPr>
          <p:cNvPr id="156" name="Google Shape;156;p2"/>
          <p:cNvSpPr txBox="1"/>
          <p:nvPr/>
        </p:nvSpPr>
        <p:spPr>
          <a:xfrm>
            <a:off x="3344176" y="8159140"/>
            <a:ext cx="5460917" cy="262890"/>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None/>
            </a:pPr>
            <a:r>
              <a:rPr b="1" i="0" lang="en-US" sz="2000" u="none" cap="none" strike="noStrike">
                <a:solidFill>
                  <a:srgbClr val="F5D25C"/>
                </a:solidFill>
                <a:latin typeface="Open Sans ExtraBold"/>
                <a:ea typeface="Open Sans ExtraBold"/>
                <a:cs typeface="Open Sans ExtraBold"/>
                <a:sym typeface="Open Sans ExtraBold"/>
              </a:rPr>
              <a:t>DIAGRAMA DE ACTIVIDAD</a:t>
            </a:r>
            <a:endParaRPr/>
          </a:p>
        </p:txBody>
      </p:sp>
      <p:sp>
        <p:nvSpPr>
          <p:cNvPr id="157" name="Google Shape;157;p2"/>
          <p:cNvSpPr txBox="1"/>
          <p:nvPr/>
        </p:nvSpPr>
        <p:spPr>
          <a:xfrm>
            <a:off x="10897529" y="8159140"/>
            <a:ext cx="5460917" cy="262890"/>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None/>
            </a:pPr>
            <a:r>
              <a:rPr b="1" i="0" lang="en-US" sz="2000" u="none" cap="none" strike="noStrike">
                <a:solidFill>
                  <a:srgbClr val="F5D25C"/>
                </a:solidFill>
                <a:latin typeface="Open Sans ExtraBold"/>
                <a:ea typeface="Open Sans ExtraBold"/>
                <a:cs typeface="Open Sans ExtraBold"/>
                <a:sym typeface="Open Sans ExtraBold"/>
              </a:rPr>
              <a:t>SISTEMA WEB</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161" name="Shape 161"/>
        <p:cNvGrpSpPr/>
        <p:nvPr/>
      </p:nvGrpSpPr>
      <p:grpSpPr>
        <a:xfrm>
          <a:off x="0" y="0"/>
          <a:ext cx="0" cy="0"/>
          <a:chOff x="0" y="0"/>
          <a:chExt cx="0" cy="0"/>
        </a:xfrm>
      </p:grpSpPr>
      <p:sp>
        <p:nvSpPr>
          <p:cNvPr id="162" name="Google Shape;162;p3"/>
          <p:cNvSpPr/>
          <p:nvPr/>
        </p:nvSpPr>
        <p:spPr>
          <a:xfrm>
            <a:off x="12819446" y="3403771"/>
            <a:ext cx="4891179" cy="4015687"/>
          </a:xfrm>
          <a:custGeom>
            <a:rect b="b" l="l" r="r" t="t"/>
            <a:pathLst>
              <a:path extrusionOk="0" h="4015687" w="4891179">
                <a:moveTo>
                  <a:pt x="0" y="0"/>
                </a:moveTo>
                <a:lnTo>
                  <a:pt x="4891180" y="0"/>
                </a:lnTo>
                <a:lnTo>
                  <a:pt x="4891180" y="4015687"/>
                </a:lnTo>
                <a:lnTo>
                  <a:pt x="0" y="4015687"/>
                </a:lnTo>
                <a:lnTo>
                  <a:pt x="0" y="0"/>
                </a:lnTo>
                <a:close/>
              </a:path>
            </a:pathLst>
          </a:custGeom>
          <a:blipFill rotWithShape="1">
            <a:blip r:embed="rId3">
              <a:alphaModFix/>
            </a:blip>
            <a:stretch>
              <a:fillRect b="0" l="0" r="0" t="0"/>
            </a:stretch>
          </a:blipFill>
          <a:ln>
            <a:noFill/>
          </a:ln>
        </p:spPr>
      </p:sp>
      <p:sp>
        <p:nvSpPr>
          <p:cNvPr id="163" name="Google Shape;163;p3"/>
          <p:cNvSpPr txBox="1"/>
          <p:nvPr/>
        </p:nvSpPr>
        <p:spPr>
          <a:xfrm>
            <a:off x="403290" y="1526923"/>
            <a:ext cx="11513400" cy="9036000"/>
          </a:xfrm>
          <a:prstGeom prst="rect">
            <a:avLst/>
          </a:prstGeom>
          <a:noFill/>
          <a:ln>
            <a:noFill/>
          </a:ln>
        </p:spPr>
        <p:txBody>
          <a:bodyPr anchorCtr="0" anchor="t" bIns="0" lIns="0" spcFirstLastPara="1" rIns="0" wrap="square" tIns="0">
            <a:spAutoFit/>
          </a:bodyPr>
          <a:lstStyle/>
          <a:p>
            <a:pPr indent="0" lvl="0" marL="0" marR="0" rtl="0" algn="just">
              <a:lnSpc>
                <a:spcPct val="139018"/>
              </a:lnSpc>
              <a:spcBef>
                <a:spcPts val="0"/>
              </a:spcBef>
              <a:spcAft>
                <a:spcPts val="0"/>
              </a:spcAft>
              <a:buNone/>
            </a:pPr>
            <a:r>
              <a:rPr b="0" i="0" lang="en-US" sz="3078" u="none" cap="none" strike="noStrike">
                <a:solidFill>
                  <a:srgbClr val="FFFFFF"/>
                </a:solidFill>
                <a:latin typeface="Open Sans"/>
                <a:ea typeface="Open Sans"/>
                <a:cs typeface="Open Sans"/>
                <a:sym typeface="Open Sans"/>
              </a:rPr>
              <a:t>El proyecto RenTools consiste en el desarrollo de un sistema web para la gestión de arriendo de herramientas de la Ferretería El Alba, con el objetivo de optimizar el control de inventario, contratos, clientes y procesos administrativos.</a:t>
            </a:r>
            <a:endParaRPr/>
          </a:p>
          <a:p>
            <a:pPr indent="0" lvl="0" marL="0" marR="0" rtl="0" algn="just">
              <a:lnSpc>
                <a:spcPct val="139018"/>
              </a:lnSpc>
              <a:spcBef>
                <a:spcPts val="0"/>
              </a:spcBef>
              <a:spcAft>
                <a:spcPts val="0"/>
              </a:spcAft>
              <a:buNone/>
            </a:pPr>
            <a:r>
              <a:rPr b="0" i="0" lang="en-US" sz="3078" u="none" cap="none" strike="noStrike">
                <a:solidFill>
                  <a:srgbClr val="FFFFFF"/>
                </a:solidFill>
                <a:latin typeface="Open Sans"/>
                <a:ea typeface="Open Sans"/>
                <a:cs typeface="Open Sans"/>
                <a:sym typeface="Open Sans"/>
              </a:rPr>
              <a:t>Para su construcción se utiliza NestJS como framework backend, Angular para el frontend y PostgreSQL como base de datos principal, además de la API de Bsale, que permite sincronizar información y automatizar documentos tributarios electrónicos.</a:t>
            </a:r>
            <a:endParaRPr/>
          </a:p>
          <a:p>
            <a:pPr indent="0" lvl="0" marL="0" marR="0" rtl="0" algn="just">
              <a:lnSpc>
                <a:spcPct val="139018"/>
              </a:lnSpc>
              <a:spcBef>
                <a:spcPts val="0"/>
              </a:spcBef>
              <a:spcAft>
                <a:spcPts val="0"/>
              </a:spcAft>
              <a:buNone/>
            </a:pPr>
            <a:r>
              <a:rPr b="0" i="0" lang="en-US" sz="3078" u="none" cap="none" strike="noStrike">
                <a:solidFill>
                  <a:srgbClr val="FFFFFF"/>
                </a:solidFill>
                <a:latin typeface="Open Sans"/>
                <a:ea typeface="Open Sans"/>
                <a:cs typeface="Open Sans"/>
                <a:sym typeface="Open Sans"/>
              </a:rPr>
              <a:t>El objetivo de esta presentación es mostrar la arquitectura general del sistema, diagrama de actividad, el modelo de base de datos, los mockups de interfaz y finalmente una demostración funcional del sistema web desarrollado.</a:t>
            </a:r>
            <a:endParaRPr/>
          </a:p>
          <a:p>
            <a:pPr indent="0" lvl="0" marL="0" marR="0" rtl="0" algn="l">
              <a:lnSpc>
                <a:spcPct val="139018"/>
              </a:lnSpc>
              <a:spcBef>
                <a:spcPts val="0"/>
              </a:spcBef>
              <a:spcAft>
                <a:spcPts val="0"/>
              </a:spcAft>
              <a:buNone/>
            </a:pPr>
            <a:r>
              <a:t/>
            </a:r>
            <a:endParaRPr b="0" i="0" sz="3078" u="none" cap="none" strike="noStrike">
              <a:solidFill>
                <a:srgbClr val="FFFFFF"/>
              </a:solidFill>
              <a:latin typeface="Open Sans"/>
              <a:ea typeface="Open Sans"/>
              <a:cs typeface="Open Sans"/>
              <a:sym typeface="Open Sans"/>
            </a:endParaRPr>
          </a:p>
        </p:txBody>
      </p:sp>
      <p:sp>
        <p:nvSpPr>
          <p:cNvPr id="164" name="Google Shape;164;p3"/>
          <p:cNvSpPr txBox="1"/>
          <p:nvPr/>
        </p:nvSpPr>
        <p:spPr>
          <a:xfrm>
            <a:off x="537136" y="813435"/>
            <a:ext cx="5460917" cy="516255"/>
          </a:xfrm>
          <a:prstGeom prst="rect">
            <a:avLst/>
          </a:prstGeom>
          <a:noFill/>
          <a:ln>
            <a:noFill/>
          </a:ln>
        </p:spPr>
        <p:txBody>
          <a:bodyPr anchorCtr="0" anchor="t" bIns="0" lIns="0" spcFirstLastPara="1" rIns="0" wrap="square" tIns="0">
            <a:spAutoFit/>
          </a:bodyPr>
          <a:lstStyle/>
          <a:p>
            <a:pPr indent="0" lvl="0" marL="0" marR="0" rtl="0" algn="l">
              <a:lnSpc>
                <a:spcPct val="98999"/>
              </a:lnSpc>
              <a:spcBef>
                <a:spcPts val="0"/>
              </a:spcBef>
              <a:spcAft>
                <a:spcPts val="0"/>
              </a:spcAft>
              <a:buNone/>
            </a:pPr>
            <a:r>
              <a:rPr b="0" i="0" lang="en-US" sz="3999" u="none" cap="none" strike="noStrike">
                <a:solidFill>
                  <a:srgbClr val="F5D25C"/>
                </a:solidFill>
                <a:latin typeface="Gasoek One"/>
                <a:ea typeface="Gasoek One"/>
                <a:cs typeface="Gasoek One"/>
                <a:sym typeface="Gasoek One"/>
              </a:rPr>
              <a:t>INTRODUCCIÓN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168" name="Shape 168"/>
        <p:cNvGrpSpPr/>
        <p:nvPr/>
      </p:nvGrpSpPr>
      <p:grpSpPr>
        <a:xfrm>
          <a:off x="0" y="0"/>
          <a:ext cx="0" cy="0"/>
          <a:chOff x="0" y="0"/>
          <a:chExt cx="0" cy="0"/>
        </a:xfrm>
      </p:grpSpPr>
      <p:sp>
        <p:nvSpPr>
          <p:cNvPr id="169" name="Google Shape;169;p4"/>
          <p:cNvSpPr/>
          <p:nvPr/>
        </p:nvSpPr>
        <p:spPr>
          <a:xfrm>
            <a:off x="4164420" y="1507237"/>
            <a:ext cx="9472525" cy="8323192"/>
          </a:xfrm>
          <a:custGeom>
            <a:rect b="b" l="l" r="r" t="t"/>
            <a:pathLst>
              <a:path extrusionOk="0" h="8323192" w="9472525">
                <a:moveTo>
                  <a:pt x="0" y="0"/>
                </a:moveTo>
                <a:lnTo>
                  <a:pt x="9472526" y="0"/>
                </a:lnTo>
                <a:lnTo>
                  <a:pt x="9472526" y="8323193"/>
                </a:lnTo>
                <a:lnTo>
                  <a:pt x="0" y="8323193"/>
                </a:lnTo>
                <a:lnTo>
                  <a:pt x="0" y="0"/>
                </a:lnTo>
                <a:close/>
              </a:path>
            </a:pathLst>
          </a:custGeom>
          <a:blipFill rotWithShape="1">
            <a:blip r:embed="rId3">
              <a:alphaModFix/>
            </a:blip>
            <a:stretch>
              <a:fillRect b="0" l="0" r="0" t="0"/>
            </a:stretch>
          </a:blipFill>
          <a:ln>
            <a:noFill/>
          </a:ln>
        </p:spPr>
      </p:sp>
      <p:sp>
        <p:nvSpPr>
          <p:cNvPr id="170" name="Google Shape;170;p4"/>
          <p:cNvSpPr txBox="1"/>
          <p:nvPr/>
        </p:nvSpPr>
        <p:spPr>
          <a:xfrm>
            <a:off x="741888" y="686951"/>
            <a:ext cx="12895058" cy="516255"/>
          </a:xfrm>
          <a:prstGeom prst="rect">
            <a:avLst/>
          </a:prstGeom>
          <a:noFill/>
          <a:ln>
            <a:noFill/>
          </a:ln>
        </p:spPr>
        <p:txBody>
          <a:bodyPr anchorCtr="0" anchor="t" bIns="0" lIns="0" spcFirstLastPara="1" rIns="0" wrap="square" tIns="0">
            <a:spAutoFit/>
          </a:bodyPr>
          <a:lstStyle/>
          <a:p>
            <a:pPr indent="0" lvl="0" marL="0" marR="0" rtl="0" algn="l">
              <a:lnSpc>
                <a:spcPct val="98999"/>
              </a:lnSpc>
              <a:spcBef>
                <a:spcPts val="0"/>
              </a:spcBef>
              <a:spcAft>
                <a:spcPts val="0"/>
              </a:spcAft>
              <a:buNone/>
            </a:pPr>
            <a:r>
              <a:rPr b="0" i="0" lang="en-US" sz="3999" u="none" cap="none" strike="noStrike">
                <a:solidFill>
                  <a:srgbClr val="F5D25C"/>
                </a:solidFill>
                <a:latin typeface="Gasoek One"/>
                <a:ea typeface="Gasoek One"/>
                <a:cs typeface="Gasoek One"/>
                <a:sym typeface="Gasoek One"/>
              </a:rPr>
              <a:t>ARQUITECTURA DEL SISTEMA RENTOOLS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174" name="Shape 174"/>
        <p:cNvGrpSpPr/>
        <p:nvPr/>
      </p:nvGrpSpPr>
      <p:grpSpPr>
        <a:xfrm>
          <a:off x="0" y="0"/>
          <a:ext cx="0" cy="0"/>
          <a:chOff x="0" y="0"/>
          <a:chExt cx="0" cy="0"/>
        </a:xfrm>
      </p:grpSpPr>
      <p:sp>
        <p:nvSpPr>
          <p:cNvPr id="175" name="Google Shape;175;p5"/>
          <p:cNvSpPr/>
          <p:nvPr/>
        </p:nvSpPr>
        <p:spPr>
          <a:xfrm>
            <a:off x="1846064" y="1028700"/>
            <a:ext cx="14595873" cy="9086496"/>
          </a:xfrm>
          <a:custGeom>
            <a:rect b="b" l="l" r="r" t="t"/>
            <a:pathLst>
              <a:path extrusionOk="0" h="9086496" w="14595873">
                <a:moveTo>
                  <a:pt x="0" y="0"/>
                </a:moveTo>
                <a:lnTo>
                  <a:pt x="14595872" y="0"/>
                </a:lnTo>
                <a:lnTo>
                  <a:pt x="14595872" y="9086496"/>
                </a:lnTo>
                <a:lnTo>
                  <a:pt x="0" y="9086496"/>
                </a:lnTo>
                <a:lnTo>
                  <a:pt x="0" y="0"/>
                </a:lnTo>
                <a:close/>
              </a:path>
            </a:pathLst>
          </a:custGeom>
          <a:blipFill rotWithShape="1">
            <a:blip r:embed="rId3">
              <a:alphaModFix/>
            </a:blip>
            <a:stretch>
              <a:fillRect b="-1196" l="0" r="0" t="0"/>
            </a:stretch>
          </a:blipFill>
          <a:ln cap="sq" cmpd="sng" w="38100">
            <a:solidFill>
              <a:srgbClr val="FFFFFF"/>
            </a:solidFill>
            <a:prstDash val="solid"/>
            <a:miter lim="8000"/>
            <a:headEnd len="sm" w="sm" type="none"/>
            <a:tailEnd len="sm" w="sm" type="none"/>
          </a:ln>
        </p:spPr>
      </p:sp>
      <p:sp>
        <p:nvSpPr>
          <p:cNvPr id="176" name="Google Shape;176;p5"/>
          <p:cNvSpPr txBox="1"/>
          <p:nvPr/>
        </p:nvSpPr>
        <p:spPr>
          <a:xfrm>
            <a:off x="5105694" y="294167"/>
            <a:ext cx="8076612" cy="516255"/>
          </a:xfrm>
          <a:prstGeom prst="rect">
            <a:avLst/>
          </a:prstGeom>
          <a:noFill/>
          <a:ln>
            <a:noFill/>
          </a:ln>
        </p:spPr>
        <p:txBody>
          <a:bodyPr anchorCtr="0" anchor="t" bIns="0" lIns="0" spcFirstLastPara="1" rIns="0" wrap="square" tIns="0">
            <a:spAutoFit/>
          </a:bodyPr>
          <a:lstStyle/>
          <a:p>
            <a:pPr indent="0" lvl="0" marL="0" marR="0" rtl="0" algn="ctr">
              <a:lnSpc>
                <a:spcPct val="98999"/>
              </a:lnSpc>
              <a:spcBef>
                <a:spcPts val="0"/>
              </a:spcBef>
              <a:spcAft>
                <a:spcPts val="0"/>
              </a:spcAft>
              <a:buNone/>
            </a:pPr>
            <a:r>
              <a:rPr b="0" i="0" lang="en-US" sz="3999" u="none" cap="none" strike="noStrike">
                <a:solidFill>
                  <a:srgbClr val="F5D25C"/>
                </a:solidFill>
                <a:latin typeface="Gasoek One"/>
                <a:ea typeface="Gasoek One"/>
                <a:cs typeface="Gasoek One"/>
                <a:sym typeface="Gasoek One"/>
              </a:rPr>
              <a:t>DIAGRAMA DE ACTIVIDAD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180" name="Shape 180"/>
        <p:cNvGrpSpPr/>
        <p:nvPr/>
      </p:nvGrpSpPr>
      <p:grpSpPr>
        <a:xfrm>
          <a:off x="0" y="0"/>
          <a:ext cx="0" cy="0"/>
          <a:chOff x="0" y="0"/>
          <a:chExt cx="0" cy="0"/>
        </a:xfrm>
      </p:grpSpPr>
      <p:sp>
        <p:nvSpPr>
          <p:cNvPr id="181" name="Google Shape;181;p6"/>
          <p:cNvSpPr/>
          <p:nvPr/>
        </p:nvSpPr>
        <p:spPr>
          <a:xfrm>
            <a:off x="4579277" y="1028700"/>
            <a:ext cx="9129446" cy="8958269"/>
          </a:xfrm>
          <a:custGeom>
            <a:rect b="b" l="l" r="r" t="t"/>
            <a:pathLst>
              <a:path extrusionOk="0" h="8958269" w="9129446">
                <a:moveTo>
                  <a:pt x="0" y="0"/>
                </a:moveTo>
                <a:lnTo>
                  <a:pt x="9129446" y="0"/>
                </a:lnTo>
                <a:lnTo>
                  <a:pt x="9129446" y="8958269"/>
                </a:lnTo>
                <a:lnTo>
                  <a:pt x="0" y="8958269"/>
                </a:lnTo>
                <a:lnTo>
                  <a:pt x="0" y="0"/>
                </a:lnTo>
                <a:close/>
              </a:path>
            </a:pathLst>
          </a:custGeom>
          <a:blipFill rotWithShape="1">
            <a:blip r:embed="rId3">
              <a:alphaModFix/>
            </a:blip>
            <a:stretch>
              <a:fillRect b="0" l="0" r="0" t="0"/>
            </a:stretch>
          </a:blipFill>
          <a:ln>
            <a:noFill/>
          </a:ln>
        </p:spPr>
      </p:sp>
      <p:sp>
        <p:nvSpPr>
          <p:cNvPr id="182" name="Google Shape;182;p6"/>
          <p:cNvSpPr txBox="1"/>
          <p:nvPr/>
        </p:nvSpPr>
        <p:spPr>
          <a:xfrm>
            <a:off x="4245257" y="301918"/>
            <a:ext cx="9797486" cy="516255"/>
          </a:xfrm>
          <a:prstGeom prst="rect">
            <a:avLst/>
          </a:prstGeom>
          <a:noFill/>
          <a:ln>
            <a:noFill/>
          </a:ln>
        </p:spPr>
        <p:txBody>
          <a:bodyPr anchorCtr="0" anchor="t" bIns="0" lIns="0" spcFirstLastPara="1" rIns="0" wrap="square" tIns="0">
            <a:spAutoFit/>
          </a:bodyPr>
          <a:lstStyle/>
          <a:p>
            <a:pPr indent="0" lvl="0" marL="0" marR="0" rtl="0" algn="ctr">
              <a:lnSpc>
                <a:spcPct val="98999"/>
              </a:lnSpc>
              <a:spcBef>
                <a:spcPts val="0"/>
              </a:spcBef>
              <a:spcAft>
                <a:spcPts val="0"/>
              </a:spcAft>
              <a:buNone/>
            </a:pPr>
            <a:r>
              <a:rPr b="0" i="0" lang="en-US" sz="3999" u="none" cap="none" strike="noStrike">
                <a:solidFill>
                  <a:srgbClr val="F5D25C"/>
                </a:solidFill>
                <a:latin typeface="Gasoek One"/>
                <a:ea typeface="Gasoek One"/>
                <a:cs typeface="Gasoek One"/>
                <a:sym typeface="Gasoek One"/>
              </a:rPr>
              <a:t>MODELO DE BASE DE DATOS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186" name="Shape 186"/>
        <p:cNvGrpSpPr/>
        <p:nvPr/>
      </p:nvGrpSpPr>
      <p:grpSpPr>
        <a:xfrm>
          <a:off x="0" y="0"/>
          <a:ext cx="0" cy="0"/>
          <a:chOff x="0" y="0"/>
          <a:chExt cx="0" cy="0"/>
        </a:xfrm>
      </p:grpSpPr>
      <p:sp>
        <p:nvSpPr>
          <p:cNvPr id="187" name="Google Shape;187;p7"/>
          <p:cNvSpPr/>
          <p:nvPr/>
        </p:nvSpPr>
        <p:spPr>
          <a:xfrm>
            <a:off x="811203" y="1430237"/>
            <a:ext cx="6389983" cy="4212733"/>
          </a:xfrm>
          <a:custGeom>
            <a:rect b="b" l="l" r="r" t="t"/>
            <a:pathLst>
              <a:path extrusionOk="0" h="4212733" w="6389983">
                <a:moveTo>
                  <a:pt x="0" y="0"/>
                </a:moveTo>
                <a:lnTo>
                  <a:pt x="6389983" y="0"/>
                </a:lnTo>
                <a:lnTo>
                  <a:pt x="6389983" y="4212733"/>
                </a:lnTo>
                <a:lnTo>
                  <a:pt x="0" y="4212733"/>
                </a:lnTo>
                <a:lnTo>
                  <a:pt x="0" y="0"/>
                </a:lnTo>
                <a:close/>
              </a:path>
            </a:pathLst>
          </a:custGeom>
          <a:blipFill rotWithShape="1">
            <a:blip r:embed="rId3">
              <a:alphaModFix/>
            </a:blip>
            <a:stretch>
              <a:fillRect b="-149" l="0" r="0" t="-149"/>
            </a:stretch>
          </a:blipFill>
          <a:ln>
            <a:noFill/>
          </a:ln>
        </p:spPr>
      </p:sp>
      <p:sp>
        <p:nvSpPr>
          <p:cNvPr id="188" name="Google Shape;188;p7"/>
          <p:cNvSpPr/>
          <p:nvPr/>
        </p:nvSpPr>
        <p:spPr>
          <a:xfrm>
            <a:off x="7722314" y="1430237"/>
            <a:ext cx="10043370" cy="7828063"/>
          </a:xfrm>
          <a:custGeom>
            <a:rect b="b" l="l" r="r" t="t"/>
            <a:pathLst>
              <a:path extrusionOk="0" h="7828063" w="10043370">
                <a:moveTo>
                  <a:pt x="0" y="0"/>
                </a:moveTo>
                <a:lnTo>
                  <a:pt x="10043370" y="0"/>
                </a:lnTo>
                <a:lnTo>
                  <a:pt x="10043370" y="7828063"/>
                </a:lnTo>
                <a:lnTo>
                  <a:pt x="0" y="7828063"/>
                </a:lnTo>
                <a:lnTo>
                  <a:pt x="0" y="0"/>
                </a:lnTo>
                <a:close/>
              </a:path>
            </a:pathLst>
          </a:custGeom>
          <a:blipFill rotWithShape="1">
            <a:blip r:embed="rId4">
              <a:alphaModFix/>
            </a:blip>
            <a:stretch>
              <a:fillRect b="0" l="0" r="-246" t="0"/>
            </a:stretch>
          </a:blipFill>
          <a:ln>
            <a:noFill/>
          </a:ln>
        </p:spPr>
      </p:sp>
      <p:sp>
        <p:nvSpPr>
          <p:cNvPr id="189" name="Google Shape;189;p7"/>
          <p:cNvSpPr/>
          <p:nvPr/>
        </p:nvSpPr>
        <p:spPr>
          <a:xfrm>
            <a:off x="1261084" y="5819140"/>
            <a:ext cx="5490221" cy="4033297"/>
          </a:xfrm>
          <a:custGeom>
            <a:rect b="b" l="l" r="r" t="t"/>
            <a:pathLst>
              <a:path extrusionOk="0" h="4033297" w="5490221">
                <a:moveTo>
                  <a:pt x="0" y="0"/>
                </a:moveTo>
                <a:lnTo>
                  <a:pt x="5490221" y="0"/>
                </a:lnTo>
                <a:lnTo>
                  <a:pt x="5490221" y="4033296"/>
                </a:lnTo>
                <a:lnTo>
                  <a:pt x="0" y="4033296"/>
                </a:lnTo>
                <a:lnTo>
                  <a:pt x="0" y="0"/>
                </a:lnTo>
                <a:close/>
              </a:path>
            </a:pathLst>
          </a:custGeom>
          <a:blipFill rotWithShape="1">
            <a:blip r:embed="rId5">
              <a:alphaModFix/>
            </a:blip>
            <a:stretch>
              <a:fillRect b="-329" l="0" r="-1332" t="-330"/>
            </a:stretch>
          </a:blipFill>
          <a:ln>
            <a:noFill/>
          </a:ln>
        </p:spPr>
      </p:sp>
      <p:sp>
        <p:nvSpPr>
          <p:cNvPr id="190" name="Google Shape;190;p7"/>
          <p:cNvSpPr txBox="1"/>
          <p:nvPr/>
        </p:nvSpPr>
        <p:spPr>
          <a:xfrm>
            <a:off x="811203" y="512445"/>
            <a:ext cx="3487616" cy="516255"/>
          </a:xfrm>
          <a:prstGeom prst="rect">
            <a:avLst/>
          </a:prstGeom>
          <a:noFill/>
          <a:ln>
            <a:noFill/>
          </a:ln>
        </p:spPr>
        <p:txBody>
          <a:bodyPr anchorCtr="0" anchor="t" bIns="0" lIns="0" spcFirstLastPara="1" rIns="0" wrap="square" tIns="0">
            <a:spAutoFit/>
          </a:bodyPr>
          <a:lstStyle/>
          <a:p>
            <a:pPr indent="0" lvl="0" marL="0" marR="0" rtl="0" algn="l">
              <a:lnSpc>
                <a:spcPct val="98999"/>
              </a:lnSpc>
              <a:spcBef>
                <a:spcPts val="0"/>
              </a:spcBef>
              <a:spcAft>
                <a:spcPts val="0"/>
              </a:spcAft>
              <a:buNone/>
            </a:pPr>
            <a:r>
              <a:rPr b="0" i="0" lang="en-US" sz="3999" u="none" cap="none" strike="noStrike">
                <a:solidFill>
                  <a:srgbClr val="F5D25C"/>
                </a:solidFill>
                <a:latin typeface="Gasoek One"/>
                <a:ea typeface="Gasoek One"/>
                <a:cs typeface="Gasoek One"/>
                <a:sym typeface="Gasoek One"/>
              </a:rPr>
              <a:t>MOCKUPS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194" name="Shape 194"/>
        <p:cNvGrpSpPr/>
        <p:nvPr/>
      </p:nvGrpSpPr>
      <p:grpSpPr>
        <a:xfrm>
          <a:off x="0" y="0"/>
          <a:ext cx="0" cy="0"/>
          <a:chOff x="0" y="0"/>
          <a:chExt cx="0" cy="0"/>
        </a:xfrm>
      </p:grpSpPr>
      <p:sp>
        <p:nvSpPr>
          <p:cNvPr id="195" name="Google Shape;195;p8"/>
          <p:cNvSpPr/>
          <p:nvPr/>
        </p:nvSpPr>
        <p:spPr>
          <a:xfrm>
            <a:off x="798743" y="1168510"/>
            <a:ext cx="16690513" cy="8804246"/>
          </a:xfrm>
          <a:custGeom>
            <a:rect b="b" l="l" r="r" t="t"/>
            <a:pathLst>
              <a:path extrusionOk="0" h="8804246" w="16690513">
                <a:moveTo>
                  <a:pt x="0" y="0"/>
                </a:moveTo>
                <a:lnTo>
                  <a:pt x="16690514" y="0"/>
                </a:lnTo>
                <a:lnTo>
                  <a:pt x="16690514" y="8804246"/>
                </a:lnTo>
                <a:lnTo>
                  <a:pt x="0" y="8804246"/>
                </a:lnTo>
                <a:lnTo>
                  <a:pt x="0" y="0"/>
                </a:lnTo>
                <a:close/>
              </a:path>
            </a:pathLst>
          </a:custGeom>
          <a:blipFill rotWithShape="1">
            <a:blip r:embed="rId3">
              <a:alphaModFix/>
            </a:blip>
            <a:stretch>
              <a:fillRect b="0" l="0" r="0" t="0"/>
            </a:stretch>
          </a:blipFill>
          <a:ln>
            <a:noFill/>
          </a:ln>
        </p:spPr>
      </p:sp>
      <p:sp>
        <p:nvSpPr>
          <p:cNvPr id="196" name="Google Shape;196;p8"/>
          <p:cNvSpPr txBox="1"/>
          <p:nvPr/>
        </p:nvSpPr>
        <p:spPr>
          <a:xfrm>
            <a:off x="435955" y="512445"/>
            <a:ext cx="8000129" cy="516255"/>
          </a:xfrm>
          <a:prstGeom prst="rect">
            <a:avLst/>
          </a:prstGeom>
          <a:noFill/>
          <a:ln>
            <a:noFill/>
          </a:ln>
        </p:spPr>
        <p:txBody>
          <a:bodyPr anchorCtr="0" anchor="t" bIns="0" lIns="0" spcFirstLastPara="1" rIns="0" wrap="square" tIns="0">
            <a:spAutoFit/>
          </a:bodyPr>
          <a:lstStyle/>
          <a:p>
            <a:pPr indent="0" lvl="0" marL="0" marR="0" rtl="0" algn="l">
              <a:lnSpc>
                <a:spcPct val="98999"/>
              </a:lnSpc>
              <a:spcBef>
                <a:spcPts val="0"/>
              </a:spcBef>
              <a:spcAft>
                <a:spcPts val="0"/>
              </a:spcAft>
              <a:buNone/>
            </a:pPr>
            <a:r>
              <a:rPr b="0" i="0" lang="en-US" sz="3999" u="none" cap="none" strike="noStrike">
                <a:solidFill>
                  <a:srgbClr val="F5D25C"/>
                </a:solidFill>
                <a:latin typeface="Gasoek One"/>
                <a:ea typeface="Gasoek One"/>
                <a:cs typeface="Gasoek One"/>
                <a:sym typeface="Gasoek One"/>
              </a:rPr>
              <a:t>SISTEMA WEB RENTOOLS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720"/>
        </a:solidFill>
      </p:bgPr>
    </p:bg>
    <p:spTree>
      <p:nvGrpSpPr>
        <p:cNvPr id="200" name="Shape 200"/>
        <p:cNvGrpSpPr/>
        <p:nvPr/>
      </p:nvGrpSpPr>
      <p:grpSpPr>
        <a:xfrm>
          <a:off x="0" y="0"/>
          <a:ext cx="0" cy="0"/>
          <a:chOff x="0" y="0"/>
          <a:chExt cx="0" cy="0"/>
        </a:xfrm>
      </p:grpSpPr>
      <p:sp>
        <p:nvSpPr>
          <p:cNvPr id="201" name="Google Shape;201;p9"/>
          <p:cNvSpPr txBox="1"/>
          <p:nvPr/>
        </p:nvSpPr>
        <p:spPr>
          <a:xfrm>
            <a:off x="2296240" y="5470444"/>
            <a:ext cx="13775025" cy="2263520"/>
          </a:xfrm>
          <a:prstGeom prst="rect">
            <a:avLst/>
          </a:prstGeom>
          <a:noFill/>
          <a:ln>
            <a:noFill/>
          </a:ln>
        </p:spPr>
        <p:txBody>
          <a:bodyPr anchorCtr="0" anchor="t" bIns="0" lIns="0" spcFirstLastPara="1" rIns="0" wrap="square" tIns="0">
            <a:spAutoFit/>
          </a:bodyPr>
          <a:lstStyle/>
          <a:p>
            <a:pPr indent="0" lvl="0" marL="0" marR="0" rtl="0" algn="ctr">
              <a:lnSpc>
                <a:spcPct val="98999"/>
              </a:lnSpc>
              <a:spcBef>
                <a:spcPts val="0"/>
              </a:spcBef>
              <a:spcAft>
                <a:spcPts val="0"/>
              </a:spcAft>
              <a:buNone/>
            </a:pPr>
            <a:r>
              <a:rPr b="0" i="0" lang="en-US" sz="8799" u="none" cap="none" strike="noStrike">
                <a:solidFill>
                  <a:srgbClr val="F5D25C"/>
                </a:solidFill>
                <a:latin typeface="Gasoek One"/>
                <a:ea typeface="Gasoek One"/>
                <a:cs typeface="Gasoek One"/>
                <a:sym typeface="Gasoek One"/>
              </a:rPr>
              <a:t>MUCHAS GRACIAS POR SU ATENCIÓN</a:t>
            </a:r>
            <a:endParaRPr/>
          </a:p>
        </p:txBody>
      </p:sp>
      <p:grpSp>
        <p:nvGrpSpPr>
          <p:cNvPr id="202" name="Google Shape;202;p9"/>
          <p:cNvGrpSpPr/>
          <p:nvPr/>
        </p:nvGrpSpPr>
        <p:grpSpPr>
          <a:xfrm>
            <a:off x="0" y="-134355"/>
            <a:ext cx="3657600" cy="3791955"/>
            <a:chOff x="0" y="-38100"/>
            <a:chExt cx="1037210" cy="1075310"/>
          </a:xfrm>
        </p:grpSpPr>
        <p:sp>
          <p:nvSpPr>
            <p:cNvPr id="203" name="Google Shape;203;p9"/>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212430"/>
            </a:solidFill>
            <a:ln>
              <a:noFill/>
            </a:ln>
          </p:spPr>
        </p:sp>
        <p:sp>
          <p:nvSpPr>
            <p:cNvPr id="204" name="Google Shape;204;p9"/>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9"/>
          <p:cNvGrpSpPr/>
          <p:nvPr/>
        </p:nvGrpSpPr>
        <p:grpSpPr>
          <a:xfrm>
            <a:off x="14630400" y="-117715"/>
            <a:ext cx="3657600" cy="3791955"/>
            <a:chOff x="0" y="-38100"/>
            <a:chExt cx="1037210" cy="1075310"/>
          </a:xfrm>
        </p:grpSpPr>
        <p:sp>
          <p:nvSpPr>
            <p:cNvPr id="206" name="Google Shape;206;p9"/>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212430"/>
            </a:solidFill>
            <a:ln>
              <a:noFill/>
            </a:ln>
          </p:spPr>
        </p:sp>
        <p:sp>
          <p:nvSpPr>
            <p:cNvPr id="207" name="Google Shape;207;p9"/>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8" name="Google Shape;208;p9"/>
          <p:cNvGrpSpPr/>
          <p:nvPr/>
        </p:nvGrpSpPr>
        <p:grpSpPr>
          <a:xfrm>
            <a:off x="7315200" y="-117715"/>
            <a:ext cx="3657600" cy="3791955"/>
            <a:chOff x="0" y="-38100"/>
            <a:chExt cx="1037210" cy="1075310"/>
          </a:xfrm>
        </p:grpSpPr>
        <p:sp>
          <p:nvSpPr>
            <p:cNvPr id="209" name="Google Shape;209;p9"/>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212430"/>
            </a:solidFill>
            <a:ln>
              <a:noFill/>
            </a:ln>
          </p:spPr>
        </p:sp>
        <p:sp>
          <p:nvSpPr>
            <p:cNvPr id="210" name="Google Shape;210;p9"/>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1" name="Google Shape;211;p9"/>
          <p:cNvGrpSpPr/>
          <p:nvPr/>
        </p:nvGrpSpPr>
        <p:grpSpPr>
          <a:xfrm>
            <a:off x="3657600" y="-134355"/>
            <a:ext cx="3657600" cy="3791955"/>
            <a:chOff x="0" y="-38100"/>
            <a:chExt cx="1037210" cy="1075310"/>
          </a:xfrm>
        </p:grpSpPr>
        <p:sp>
          <p:nvSpPr>
            <p:cNvPr id="212" name="Google Shape;212;p9"/>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F5D25C"/>
            </a:solidFill>
            <a:ln>
              <a:noFill/>
            </a:ln>
          </p:spPr>
        </p:sp>
        <p:sp>
          <p:nvSpPr>
            <p:cNvPr id="213" name="Google Shape;213;p9"/>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4" name="Google Shape;214;p9"/>
          <p:cNvGrpSpPr/>
          <p:nvPr/>
        </p:nvGrpSpPr>
        <p:grpSpPr>
          <a:xfrm>
            <a:off x="10972800" y="-134355"/>
            <a:ext cx="3657600" cy="3791955"/>
            <a:chOff x="0" y="-38100"/>
            <a:chExt cx="1037210" cy="1075310"/>
          </a:xfrm>
        </p:grpSpPr>
        <p:sp>
          <p:nvSpPr>
            <p:cNvPr id="215" name="Google Shape;215;p9"/>
            <p:cNvSpPr/>
            <p:nvPr/>
          </p:nvSpPr>
          <p:spPr>
            <a:xfrm>
              <a:off x="0" y="0"/>
              <a:ext cx="1037210" cy="1037210"/>
            </a:xfrm>
            <a:custGeom>
              <a:rect b="b" l="l" r="r" t="t"/>
              <a:pathLst>
                <a:path extrusionOk="0" h="1037210" w="1037210">
                  <a:moveTo>
                    <a:pt x="0" y="0"/>
                  </a:moveTo>
                  <a:lnTo>
                    <a:pt x="1037210" y="0"/>
                  </a:lnTo>
                  <a:lnTo>
                    <a:pt x="1037210" y="1037210"/>
                  </a:lnTo>
                  <a:lnTo>
                    <a:pt x="0" y="1037210"/>
                  </a:lnTo>
                  <a:close/>
                </a:path>
              </a:pathLst>
            </a:custGeom>
            <a:solidFill>
              <a:srgbClr val="F5D25C"/>
            </a:solidFill>
            <a:ln>
              <a:noFill/>
            </a:ln>
          </p:spPr>
        </p:sp>
        <p:sp>
          <p:nvSpPr>
            <p:cNvPr id="216" name="Google Shape;216;p9"/>
            <p:cNvSpPr txBox="1"/>
            <p:nvPr/>
          </p:nvSpPr>
          <p:spPr>
            <a:xfrm>
              <a:off x="0" y="-38100"/>
              <a:ext cx="1037210" cy="107531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9"/>
          <p:cNvSpPr/>
          <p:nvPr/>
        </p:nvSpPr>
        <p:spPr>
          <a:xfrm>
            <a:off x="994050" y="860974"/>
            <a:ext cx="1669499" cy="1935651"/>
          </a:xfrm>
          <a:custGeom>
            <a:rect b="b" l="l" r="r" t="t"/>
            <a:pathLst>
              <a:path extrusionOk="0" h="1935651" w="1669499">
                <a:moveTo>
                  <a:pt x="0" y="0"/>
                </a:moveTo>
                <a:lnTo>
                  <a:pt x="1669500" y="0"/>
                </a:lnTo>
                <a:lnTo>
                  <a:pt x="1669500" y="1935652"/>
                </a:lnTo>
                <a:lnTo>
                  <a:pt x="0" y="1935652"/>
                </a:lnTo>
                <a:lnTo>
                  <a:pt x="0" y="0"/>
                </a:lnTo>
                <a:close/>
              </a:path>
            </a:pathLst>
          </a:custGeom>
          <a:blipFill rotWithShape="1">
            <a:blip r:embed="rId3">
              <a:alphaModFix/>
            </a:blip>
            <a:stretch>
              <a:fillRect b="0" l="0" r="0" t="0"/>
            </a:stretch>
          </a:blipFill>
          <a:ln>
            <a:noFill/>
          </a:ln>
        </p:spPr>
      </p:sp>
      <p:sp>
        <p:nvSpPr>
          <p:cNvPr id="218" name="Google Shape;218;p9"/>
          <p:cNvSpPr/>
          <p:nvPr/>
        </p:nvSpPr>
        <p:spPr>
          <a:xfrm>
            <a:off x="4767790" y="860974"/>
            <a:ext cx="1437221" cy="1935651"/>
          </a:xfrm>
          <a:custGeom>
            <a:rect b="b" l="l" r="r" t="t"/>
            <a:pathLst>
              <a:path extrusionOk="0" h="1935651" w="1437221">
                <a:moveTo>
                  <a:pt x="0" y="0"/>
                </a:moveTo>
                <a:lnTo>
                  <a:pt x="1437220" y="0"/>
                </a:lnTo>
                <a:lnTo>
                  <a:pt x="1437220" y="1935652"/>
                </a:lnTo>
                <a:lnTo>
                  <a:pt x="0" y="1935652"/>
                </a:lnTo>
                <a:lnTo>
                  <a:pt x="0" y="0"/>
                </a:lnTo>
                <a:close/>
              </a:path>
            </a:pathLst>
          </a:custGeom>
          <a:blipFill rotWithShape="1">
            <a:blip r:embed="rId4">
              <a:alphaModFix/>
            </a:blip>
            <a:stretch>
              <a:fillRect b="0" l="0" r="0" t="0"/>
            </a:stretch>
          </a:blipFill>
          <a:ln>
            <a:noFill/>
          </a:ln>
        </p:spPr>
      </p:sp>
      <p:sp>
        <p:nvSpPr>
          <p:cNvPr id="219" name="Google Shape;219;p9"/>
          <p:cNvSpPr/>
          <p:nvPr/>
        </p:nvSpPr>
        <p:spPr>
          <a:xfrm>
            <a:off x="15314492" y="869577"/>
            <a:ext cx="2289416" cy="1951727"/>
          </a:xfrm>
          <a:custGeom>
            <a:rect b="b" l="l" r="r" t="t"/>
            <a:pathLst>
              <a:path extrusionOk="0" h="1951727" w="2289416">
                <a:moveTo>
                  <a:pt x="0" y="0"/>
                </a:moveTo>
                <a:lnTo>
                  <a:pt x="2289416" y="0"/>
                </a:lnTo>
                <a:lnTo>
                  <a:pt x="2289416" y="1951727"/>
                </a:lnTo>
                <a:lnTo>
                  <a:pt x="0" y="1951727"/>
                </a:lnTo>
                <a:lnTo>
                  <a:pt x="0" y="0"/>
                </a:lnTo>
                <a:close/>
              </a:path>
            </a:pathLst>
          </a:custGeom>
          <a:blipFill rotWithShape="1">
            <a:blip r:embed="rId5">
              <a:alphaModFix/>
            </a:blip>
            <a:stretch>
              <a:fillRect b="0" l="0" r="0" t="0"/>
            </a:stretch>
          </a:blipFill>
          <a:ln>
            <a:noFill/>
          </a:ln>
        </p:spPr>
      </p:sp>
      <p:sp>
        <p:nvSpPr>
          <p:cNvPr id="220" name="Google Shape;220;p9"/>
          <p:cNvSpPr/>
          <p:nvPr/>
        </p:nvSpPr>
        <p:spPr>
          <a:xfrm>
            <a:off x="8263274" y="946741"/>
            <a:ext cx="1761452" cy="1797400"/>
          </a:xfrm>
          <a:custGeom>
            <a:rect b="b" l="l" r="r" t="t"/>
            <a:pathLst>
              <a:path extrusionOk="0" h="1797400" w="1761452">
                <a:moveTo>
                  <a:pt x="0" y="0"/>
                </a:moveTo>
                <a:lnTo>
                  <a:pt x="1761452" y="0"/>
                </a:lnTo>
                <a:lnTo>
                  <a:pt x="1761452" y="1797399"/>
                </a:lnTo>
                <a:lnTo>
                  <a:pt x="0" y="1797399"/>
                </a:lnTo>
                <a:lnTo>
                  <a:pt x="0" y="0"/>
                </a:lnTo>
                <a:close/>
              </a:path>
            </a:pathLst>
          </a:custGeom>
          <a:blipFill rotWithShape="1">
            <a:blip r:embed="rId6">
              <a:alphaModFix/>
            </a:blip>
            <a:stretch>
              <a:fillRect b="0" l="0" r="0" t="0"/>
            </a:stretch>
          </a:blipFill>
          <a:ln>
            <a:noFill/>
          </a:ln>
        </p:spPr>
      </p:sp>
      <p:sp>
        <p:nvSpPr>
          <p:cNvPr id="221" name="Google Shape;221;p9"/>
          <p:cNvSpPr/>
          <p:nvPr/>
        </p:nvSpPr>
        <p:spPr>
          <a:xfrm>
            <a:off x="11729841" y="1125458"/>
            <a:ext cx="2143518" cy="1406684"/>
          </a:xfrm>
          <a:custGeom>
            <a:rect b="b" l="l" r="r" t="t"/>
            <a:pathLst>
              <a:path extrusionOk="0" h="1406684" w="2143518">
                <a:moveTo>
                  <a:pt x="0" y="0"/>
                </a:moveTo>
                <a:lnTo>
                  <a:pt x="2143518" y="0"/>
                </a:lnTo>
                <a:lnTo>
                  <a:pt x="2143518" y="1406684"/>
                </a:lnTo>
                <a:lnTo>
                  <a:pt x="0" y="1406684"/>
                </a:lnTo>
                <a:lnTo>
                  <a:pt x="0" y="0"/>
                </a:lnTo>
                <a:close/>
              </a:path>
            </a:pathLst>
          </a:custGeom>
          <a:blipFill rotWithShape="1">
            <a:blip r:embed="rId7">
              <a:alphaModFix/>
            </a:blip>
            <a:stretch>
              <a:fillRect b="0" l="0" r="0" t="0"/>
            </a:stretch>
          </a:blipFill>
          <a:ln>
            <a:noFill/>
          </a:ln>
        </p:spPr>
      </p:sp>
      <p:grpSp>
        <p:nvGrpSpPr>
          <p:cNvPr id="222" name="Google Shape;222;p9"/>
          <p:cNvGrpSpPr/>
          <p:nvPr/>
        </p:nvGrpSpPr>
        <p:grpSpPr>
          <a:xfrm>
            <a:off x="6866039" y="9762468"/>
            <a:ext cx="2317714" cy="508955"/>
            <a:chOff x="0" y="-38100"/>
            <a:chExt cx="702130" cy="154183"/>
          </a:xfrm>
        </p:grpSpPr>
        <p:sp>
          <p:nvSpPr>
            <p:cNvPr id="223" name="Google Shape;223;p9"/>
            <p:cNvSpPr/>
            <p:nvPr/>
          </p:nvSpPr>
          <p:spPr>
            <a:xfrm>
              <a:off x="0" y="0"/>
              <a:ext cx="702130" cy="116083"/>
            </a:xfrm>
            <a:custGeom>
              <a:rect b="b" l="l" r="r" t="t"/>
              <a:pathLst>
                <a:path extrusionOk="0" h="116083" w="702130">
                  <a:moveTo>
                    <a:pt x="0" y="0"/>
                  </a:moveTo>
                  <a:lnTo>
                    <a:pt x="702130" y="0"/>
                  </a:lnTo>
                  <a:lnTo>
                    <a:pt x="702130" y="116083"/>
                  </a:lnTo>
                  <a:lnTo>
                    <a:pt x="0" y="116083"/>
                  </a:lnTo>
                  <a:close/>
                </a:path>
              </a:pathLst>
            </a:custGeom>
            <a:solidFill>
              <a:srgbClr val="212430"/>
            </a:solidFill>
            <a:ln>
              <a:noFill/>
            </a:ln>
          </p:spPr>
        </p:sp>
        <p:sp>
          <p:nvSpPr>
            <p:cNvPr id="224" name="Google Shape;224;p9"/>
            <p:cNvSpPr txBox="1"/>
            <p:nvPr/>
          </p:nvSpPr>
          <p:spPr>
            <a:xfrm>
              <a:off x="0" y="-38100"/>
              <a:ext cx="702130"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p9"/>
          <p:cNvGrpSpPr/>
          <p:nvPr/>
        </p:nvGrpSpPr>
        <p:grpSpPr>
          <a:xfrm>
            <a:off x="11498534" y="9762468"/>
            <a:ext cx="2317714" cy="508955"/>
            <a:chOff x="0" y="-38100"/>
            <a:chExt cx="702130" cy="154183"/>
          </a:xfrm>
        </p:grpSpPr>
        <p:sp>
          <p:nvSpPr>
            <p:cNvPr id="226" name="Google Shape;226;p9"/>
            <p:cNvSpPr/>
            <p:nvPr/>
          </p:nvSpPr>
          <p:spPr>
            <a:xfrm>
              <a:off x="0" y="0"/>
              <a:ext cx="702130" cy="116083"/>
            </a:xfrm>
            <a:custGeom>
              <a:rect b="b" l="l" r="r" t="t"/>
              <a:pathLst>
                <a:path extrusionOk="0" h="116083" w="702130">
                  <a:moveTo>
                    <a:pt x="0" y="0"/>
                  </a:moveTo>
                  <a:lnTo>
                    <a:pt x="702130" y="0"/>
                  </a:lnTo>
                  <a:lnTo>
                    <a:pt x="702130" y="116083"/>
                  </a:lnTo>
                  <a:lnTo>
                    <a:pt x="0" y="116083"/>
                  </a:lnTo>
                  <a:close/>
                </a:path>
              </a:pathLst>
            </a:custGeom>
            <a:solidFill>
              <a:srgbClr val="212430"/>
            </a:solidFill>
            <a:ln>
              <a:noFill/>
            </a:ln>
          </p:spPr>
        </p:sp>
        <p:sp>
          <p:nvSpPr>
            <p:cNvPr id="227" name="Google Shape;227;p9"/>
            <p:cNvSpPr txBox="1"/>
            <p:nvPr/>
          </p:nvSpPr>
          <p:spPr>
            <a:xfrm>
              <a:off x="0" y="-38100"/>
              <a:ext cx="702130"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9"/>
          <p:cNvGrpSpPr/>
          <p:nvPr/>
        </p:nvGrpSpPr>
        <p:grpSpPr>
          <a:xfrm>
            <a:off x="2230610" y="9762468"/>
            <a:ext cx="2317714" cy="508955"/>
            <a:chOff x="0" y="-38100"/>
            <a:chExt cx="702130" cy="154183"/>
          </a:xfrm>
        </p:grpSpPr>
        <p:sp>
          <p:nvSpPr>
            <p:cNvPr id="229" name="Google Shape;229;p9"/>
            <p:cNvSpPr/>
            <p:nvPr/>
          </p:nvSpPr>
          <p:spPr>
            <a:xfrm>
              <a:off x="0" y="0"/>
              <a:ext cx="702130" cy="116083"/>
            </a:xfrm>
            <a:custGeom>
              <a:rect b="b" l="l" r="r" t="t"/>
              <a:pathLst>
                <a:path extrusionOk="0" h="116083" w="702130">
                  <a:moveTo>
                    <a:pt x="0" y="0"/>
                  </a:moveTo>
                  <a:lnTo>
                    <a:pt x="702130" y="0"/>
                  </a:lnTo>
                  <a:lnTo>
                    <a:pt x="702130" y="116083"/>
                  </a:lnTo>
                  <a:lnTo>
                    <a:pt x="0" y="116083"/>
                  </a:lnTo>
                  <a:close/>
                </a:path>
              </a:pathLst>
            </a:custGeom>
            <a:solidFill>
              <a:srgbClr val="212430"/>
            </a:solidFill>
            <a:ln>
              <a:noFill/>
            </a:ln>
          </p:spPr>
        </p:sp>
        <p:sp>
          <p:nvSpPr>
            <p:cNvPr id="230" name="Google Shape;230;p9"/>
            <p:cNvSpPr txBox="1"/>
            <p:nvPr/>
          </p:nvSpPr>
          <p:spPr>
            <a:xfrm>
              <a:off x="0" y="-38100"/>
              <a:ext cx="702130"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9"/>
          <p:cNvGrpSpPr/>
          <p:nvPr/>
        </p:nvGrpSpPr>
        <p:grpSpPr>
          <a:xfrm>
            <a:off x="16131029" y="9762468"/>
            <a:ext cx="2317714" cy="508955"/>
            <a:chOff x="0" y="-38100"/>
            <a:chExt cx="702130" cy="154183"/>
          </a:xfrm>
        </p:grpSpPr>
        <p:sp>
          <p:nvSpPr>
            <p:cNvPr id="232" name="Google Shape;232;p9"/>
            <p:cNvSpPr/>
            <p:nvPr/>
          </p:nvSpPr>
          <p:spPr>
            <a:xfrm>
              <a:off x="0" y="0"/>
              <a:ext cx="702130" cy="116083"/>
            </a:xfrm>
            <a:custGeom>
              <a:rect b="b" l="l" r="r" t="t"/>
              <a:pathLst>
                <a:path extrusionOk="0" h="116083" w="702130">
                  <a:moveTo>
                    <a:pt x="0" y="0"/>
                  </a:moveTo>
                  <a:lnTo>
                    <a:pt x="702130" y="0"/>
                  </a:lnTo>
                  <a:lnTo>
                    <a:pt x="702130" y="116083"/>
                  </a:lnTo>
                  <a:lnTo>
                    <a:pt x="0" y="116083"/>
                  </a:lnTo>
                  <a:close/>
                </a:path>
              </a:pathLst>
            </a:custGeom>
            <a:solidFill>
              <a:srgbClr val="212430"/>
            </a:solidFill>
            <a:ln>
              <a:noFill/>
            </a:ln>
          </p:spPr>
        </p:sp>
        <p:sp>
          <p:nvSpPr>
            <p:cNvPr id="233" name="Google Shape;233;p9"/>
            <p:cNvSpPr txBox="1"/>
            <p:nvPr/>
          </p:nvSpPr>
          <p:spPr>
            <a:xfrm>
              <a:off x="0" y="-38100"/>
              <a:ext cx="702130"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9"/>
          <p:cNvGrpSpPr/>
          <p:nvPr/>
        </p:nvGrpSpPr>
        <p:grpSpPr>
          <a:xfrm>
            <a:off x="9183753" y="9762468"/>
            <a:ext cx="2317714" cy="508955"/>
            <a:chOff x="0" y="-38100"/>
            <a:chExt cx="702130" cy="154183"/>
          </a:xfrm>
        </p:grpSpPr>
        <p:sp>
          <p:nvSpPr>
            <p:cNvPr id="235" name="Google Shape;235;p9"/>
            <p:cNvSpPr/>
            <p:nvPr/>
          </p:nvSpPr>
          <p:spPr>
            <a:xfrm>
              <a:off x="0" y="0"/>
              <a:ext cx="702130" cy="116083"/>
            </a:xfrm>
            <a:custGeom>
              <a:rect b="b" l="l" r="r" t="t"/>
              <a:pathLst>
                <a:path extrusionOk="0" h="116083" w="702130">
                  <a:moveTo>
                    <a:pt x="0" y="0"/>
                  </a:moveTo>
                  <a:lnTo>
                    <a:pt x="702130" y="0"/>
                  </a:lnTo>
                  <a:lnTo>
                    <a:pt x="702130" y="116083"/>
                  </a:lnTo>
                  <a:lnTo>
                    <a:pt x="0" y="116083"/>
                  </a:lnTo>
                  <a:close/>
                </a:path>
              </a:pathLst>
            </a:custGeom>
            <a:solidFill>
              <a:srgbClr val="F5D25C"/>
            </a:solidFill>
            <a:ln>
              <a:noFill/>
            </a:ln>
          </p:spPr>
        </p:sp>
        <p:sp>
          <p:nvSpPr>
            <p:cNvPr id="236" name="Google Shape;236;p9"/>
            <p:cNvSpPr txBox="1"/>
            <p:nvPr/>
          </p:nvSpPr>
          <p:spPr>
            <a:xfrm>
              <a:off x="0" y="-38100"/>
              <a:ext cx="702130"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7" name="Google Shape;237;p9"/>
          <p:cNvGrpSpPr/>
          <p:nvPr/>
        </p:nvGrpSpPr>
        <p:grpSpPr>
          <a:xfrm>
            <a:off x="-84171" y="9762468"/>
            <a:ext cx="2317714" cy="508955"/>
            <a:chOff x="0" y="-38100"/>
            <a:chExt cx="702130" cy="154183"/>
          </a:xfrm>
        </p:grpSpPr>
        <p:sp>
          <p:nvSpPr>
            <p:cNvPr id="238" name="Google Shape;238;p9"/>
            <p:cNvSpPr/>
            <p:nvPr/>
          </p:nvSpPr>
          <p:spPr>
            <a:xfrm>
              <a:off x="0" y="0"/>
              <a:ext cx="702130" cy="116083"/>
            </a:xfrm>
            <a:custGeom>
              <a:rect b="b" l="l" r="r" t="t"/>
              <a:pathLst>
                <a:path extrusionOk="0" h="116083" w="702130">
                  <a:moveTo>
                    <a:pt x="0" y="0"/>
                  </a:moveTo>
                  <a:lnTo>
                    <a:pt x="702130" y="0"/>
                  </a:lnTo>
                  <a:lnTo>
                    <a:pt x="702130" y="116083"/>
                  </a:lnTo>
                  <a:lnTo>
                    <a:pt x="0" y="116083"/>
                  </a:lnTo>
                  <a:close/>
                </a:path>
              </a:pathLst>
            </a:custGeom>
            <a:solidFill>
              <a:srgbClr val="F5D25C"/>
            </a:solidFill>
            <a:ln>
              <a:noFill/>
            </a:ln>
          </p:spPr>
        </p:sp>
        <p:sp>
          <p:nvSpPr>
            <p:cNvPr id="239" name="Google Shape;239;p9"/>
            <p:cNvSpPr txBox="1"/>
            <p:nvPr/>
          </p:nvSpPr>
          <p:spPr>
            <a:xfrm>
              <a:off x="0" y="-38100"/>
              <a:ext cx="702130"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0" name="Google Shape;240;p9"/>
          <p:cNvGrpSpPr/>
          <p:nvPr/>
        </p:nvGrpSpPr>
        <p:grpSpPr>
          <a:xfrm>
            <a:off x="13816248" y="9762468"/>
            <a:ext cx="2317714" cy="508955"/>
            <a:chOff x="0" y="-38100"/>
            <a:chExt cx="702130" cy="154183"/>
          </a:xfrm>
        </p:grpSpPr>
        <p:sp>
          <p:nvSpPr>
            <p:cNvPr id="241" name="Google Shape;241;p9"/>
            <p:cNvSpPr/>
            <p:nvPr/>
          </p:nvSpPr>
          <p:spPr>
            <a:xfrm>
              <a:off x="0" y="0"/>
              <a:ext cx="702130" cy="116083"/>
            </a:xfrm>
            <a:custGeom>
              <a:rect b="b" l="l" r="r" t="t"/>
              <a:pathLst>
                <a:path extrusionOk="0" h="116083" w="702130">
                  <a:moveTo>
                    <a:pt x="0" y="0"/>
                  </a:moveTo>
                  <a:lnTo>
                    <a:pt x="702130" y="0"/>
                  </a:lnTo>
                  <a:lnTo>
                    <a:pt x="702130" y="116083"/>
                  </a:lnTo>
                  <a:lnTo>
                    <a:pt x="0" y="116083"/>
                  </a:lnTo>
                  <a:close/>
                </a:path>
              </a:pathLst>
            </a:custGeom>
            <a:solidFill>
              <a:srgbClr val="F5D25C"/>
            </a:solidFill>
            <a:ln>
              <a:noFill/>
            </a:ln>
          </p:spPr>
        </p:sp>
        <p:sp>
          <p:nvSpPr>
            <p:cNvPr id="242" name="Google Shape;242;p9"/>
            <p:cNvSpPr txBox="1"/>
            <p:nvPr/>
          </p:nvSpPr>
          <p:spPr>
            <a:xfrm>
              <a:off x="0" y="-38100"/>
              <a:ext cx="702130"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3" name="Google Shape;243;p9"/>
          <p:cNvGrpSpPr/>
          <p:nvPr/>
        </p:nvGrpSpPr>
        <p:grpSpPr>
          <a:xfrm>
            <a:off x="4548324" y="9762468"/>
            <a:ext cx="2317714" cy="508955"/>
            <a:chOff x="0" y="-38100"/>
            <a:chExt cx="702130" cy="154183"/>
          </a:xfrm>
        </p:grpSpPr>
        <p:sp>
          <p:nvSpPr>
            <p:cNvPr id="244" name="Google Shape;244;p9"/>
            <p:cNvSpPr/>
            <p:nvPr/>
          </p:nvSpPr>
          <p:spPr>
            <a:xfrm>
              <a:off x="0" y="0"/>
              <a:ext cx="702130" cy="116083"/>
            </a:xfrm>
            <a:custGeom>
              <a:rect b="b" l="l" r="r" t="t"/>
              <a:pathLst>
                <a:path extrusionOk="0" h="116083" w="702130">
                  <a:moveTo>
                    <a:pt x="0" y="0"/>
                  </a:moveTo>
                  <a:lnTo>
                    <a:pt x="702130" y="0"/>
                  </a:lnTo>
                  <a:lnTo>
                    <a:pt x="702130" y="116083"/>
                  </a:lnTo>
                  <a:lnTo>
                    <a:pt x="0" y="116083"/>
                  </a:lnTo>
                  <a:close/>
                </a:path>
              </a:pathLst>
            </a:custGeom>
            <a:solidFill>
              <a:srgbClr val="F5D25C"/>
            </a:solidFill>
            <a:ln>
              <a:noFill/>
            </a:ln>
          </p:spPr>
        </p:sp>
        <p:sp>
          <p:nvSpPr>
            <p:cNvPr id="245" name="Google Shape;245;p9"/>
            <p:cNvSpPr txBox="1"/>
            <p:nvPr/>
          </p:nvSpPr>
          <p:spPr>
            <a:xfrm>
              <a:off x="0" y="-38100"/>
              <a:ext cx="702130" cy="15418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